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1"/>
  </p:sldMasterIdLst>
  <p:notesMasterIdLst>
    <p:notesMasterId r:id="rId16"/>
  </p:notesMasterIdLst>
  <p:handoutMasterIdLst>
    <p:handoutMasterId r:id="rId17"/>
  </p:handoutMasterIdLst>
  <p:sldIdLst>
    <p:sldId id="679" r:id="rId2"/>
    <p:sldId id="308" r:id="rId3"/>
    <p:sldId id="436" r:id="rId4"/>
    <p:sldId id="435" r:id="rId5"/>
    <p:sldId id="461" r:id="rId6"/>
    <p:sldId id="462" r:id="rId7"/>
    <p:sldId id="463" r:id="rId8"/>
    <p:sldId id="466" r:id="rId9"/>
    <p:sldId id="464" r:id="rId10"/>
    <p:sldId id="467" r:id="rId11"/>
    <p:sldId id="440" r:id="rId12"/>
    <p:sldId id="455" r:id="rId13"/>
    <p:sldId id="2147470948" r:id="rId14"/>
    <p:sldId id="60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s" id="{385D34A4-7E3C-4778-8092-DA3D4E465E55}">
          <p14:sldIdLst>
            <p14:sldId id="679"/>
          </p14:sldIdLst>
        </p14:section>
        <p14:section name="Agentic Workflows" id="{8CD8148F-92E4-487C-8A04-0E7072BE3483}">
          <p14:sldIdLst>
            <p14:sldId id="308"/>
            <p14:sldId id="436"/>
            <p14:sldId id="435"/>
            <p14:sldId id="461"/>
            <p14:sldId id="462"/>
            <p14:sldId id="463"/>
            <p14:sldId id="466"/>
            <p14:sldId id="464"/>
            <p14:sldId id="467"/>
            <p14:sldId id="440"/>
            <p14:sldId id="455"/>
            <p14:sldId id="2147470948"/>
          </p14:sldIdLst>
        </p14:section>
        <p14:section name="Thank you" id="{08508A40-E246-4DD9-B36F-C59E0B83A954}">
          <p14:sldIdLst>
            <p14:sldId id="60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9FF0"/>
    <a:srgbClr val="7A3ACF"/>
    <a:srgbClr val="000000"/>
    <a:srgbClr val="080922"/>
    <a:srgbClr val="6C36CB"/>
    <a:srgbClr val="8BF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046" autoAdjust="0"/>
    <p:restoredTop sz="61905" autoAdjust="0"/>
  </p:normalViewPr>
  <p:slideViewPr>
    <p:cSldViewPr snapToGrid="0">
      <p:cViewPr varScale="1">
        <p:scale>
          <a:sx n="63" d="100"/>
          <a:sy n="63" d="100"/>
        </p:scale>
        <p:origin x="67" y="1387"/>
      </p:cViewPr>
      <p:guideLst/>
    </p:cSldViewPr>
  </p:slideViewPr>
  <p:notesTextViewPr>
    <p:cViewPr>
      <p:scale>
        <a:sx n="1" d="1"/>
        <a:sy n="1" d="1"/>
      </p:scale>
      <p:origin x="0" y="0"/>
    </p:cViewPr>
  </p:notesTextViewPr>
  <p:notesViewPr>
    <p:cSldViewPr snapToGrid="0">
      <p:cViewPr varScale="1">
        <p:scale>
          <a:sx n="92" d="100"/>
          <a:sy n="92" d="100"/>
        </p:scale>
        <p:origin x="209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878B027-873C-7CE8-EF99-E50AE015D6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BEEC3B-0A93-4D1A-3898-A0EF07120FE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79C32B-9090-4D5E-8893-2200DA8B6489}" type="datetimeFigureOut">
              <a:rPr lang="en-US" smtClean="0"/>
              <a:t>4/6/2026</a:t>
            </a:fld>
            <a:endParaRPr lang="en-US"/>
          </a:p>
        </p:txBody>
      </p:sp>
      <p:sp>
        <p:nvSpPr>
          <p:cNvPr id="4" name="Footer Placeholder 3">
            <a:extLst>
              <a:ext uri="{FF2B5EF4-FFF2-40B4-BE49-F238E27FC236}">
                <a16:creationId xmlns:a16="http://schemas.microsoft.com/office/drawing/2014/main" id="{FF80F166-7BE4-1F4E-8B0F-7BFD37A9F0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BAAFD4D-477B-C4E4-AD08-2131BB8A3F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E32C76-01A7-41D2-BA16-3BEC88438B24}" type="slidenum">
              <a:rPr lang="en-US" smtClean="0"/>
              <a:t>‹#›</a:t>
            </a:fld>
            <a:endParaRPr lang="en-US"/>
          </a:p>
        </p:txBody>
      </p:sp>
    </p:spTree>
    <p:extLst>
      <p:ext uri="{BB962C8B-B14F-4D97-AF65-F5344CB8AC3E}">
        <p14:creationId xmlns:p14="http://schemas.microsoft.com/office/powerpoint/2010/main" val="13838674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1B0C1E-A73E-4994-A7F0-AA72833EDF2C}" type="datetimeFigureOut">
              <a:t>06/04/2026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E318D-D634-447D-804D-1A35DED75EBD}" type="slidenum">
              <a:t>‹#›</a:t>
            </a:fld>
            <a:endParaRPr lang="en-US"/>
          </a:p>
        </p:txBody>
      </p:sp>
    </p:spTree>
    <p:extLst>
      <p:ext uri="{BB962C8B-B14F-4D97-AF65-F5344CB8AC3E}">
        <p14:creationId xmlns:p14="http://schemas.microsoft.com/office/powerpoint/2010/main" val="2085643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Welcome everyone to GitHub Copilot Dev Days.  My name is Adrien Clerbois,  and I’m so excited to be here this is just one of hundreds of global events that GitHub and the  development community partnered with to show off the latest and greatest and agentic development with GitHub Copilot.</a:t>
            </a:r>
          </a:p>
        </p:txBody>
      </p:sp>
      <p:sp>
        <p:nvSpPr>
          <p:cNvPr id="4" name="Slide Number Placeholder 3"/>
          <p:cNvSpPr>
            <a:spLocks noGrp="1"/>
          </p:cNvSpPr>
          <p:nvPr>
            <p:ph type="sldNum" sz="quarter" idx="5"/>
          </p:nvPr>
        </p:nvSpPr>
        <p:spPr/>
        <p:txBody>
          <a:bodyPr/>
          <a:lstStyle/>
          <a:p>
            <a:fld id="{813E318D-D634-447D-804D-1A35DED75EBD}" type="slidenum">
              <a:rPr lang="en-US" smtClean="0"/>
              <a:t>1</a:t>
            </a:fld>
            <a:endParaRPr lang="en-US"/>
          </a:p>
        </p:txBody>
      </p:sp>
    </p:spTree>
    <p:extLst>
      <p:ext uri="{BB962C8B-B14F-4D97-AF65-F5344CB8AC3E}">
        <p14:creationId xmlns:p14="http://schemas.microsoft.com/office/powerpoint/2010/main" val="3850135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US"/>
          </a:p>
        </p:txBody>
      </p:sp>
      <p:sp>
        <p:nvSpPr>
          <p:cNvPr id="3" name="Notes Placeholder 2"/>
          <p:cNvSpPr>
            <a:spLocks noGrp="1"/>
          </p:cNvSpPr>
          <p:nvPr>
            <p:ph type="body" idx="1"/>
          </p:nvPr>
        </p:nvSpPr>
        <p:spPr/>
        <p:txBody>
          <a:bodyPr/>
          <a:lstStyle/>
          <a:p>
            <a:pPr marL="457200" indent="-457200">
              <a:buFont typeface="Arial" panose="020B0604020202020204" pitchFamily="34" charset="0"/>
              <a:buChar char="•"/>
            </a:pPr>
            <a:r>
              <a:rPr lang="en-US" sz="2200" b="1" i="0" u="none" strike="noStrike" kern="1200" dirty="0">
                <a:solidFill>
                  <a:schemeClr val="tx1"/>
                </a:solidFill>
                <a:effectLst/>
                <a:latin typeface="Helvetica" pitchFamily="2" charset="0"/>
                <a:ea typeface="+mn-ea"/>
                <a:cs typeface="Arial Narrow" panose="020B0604020202020204" pitchFamily="34" charset="0"/>
              </a:rPr>
              <a:t>Hello and welcome </a:t>
            </a:r>
            <a:r>
              <a:rPr lang="en-US" sz="2200" b="0" i="0" u="none" strike="noStrike" kern="1200" dirty="0">
                <a:solidFill>
                  <a:schemeClr val="tx1"/>
                </a:solidFill>
                <a:effectLst/>
                <a:latin typeface="Helvetica" pitchFamily="2" charset="0"/>
                <a:ea typeface="+mn-ea"/>
                <a:cs typeface="Arial Narrow" panose="020B0604020202020204" pitchFamily="34" charset="0"/>
              </a:rPr>
              <a:t>to this session on </a:t>
            </a:r>
            <a:r>
              <a:rPr lang="en-US" sz="2200" b="1" i="0" u="none" strike="noStrike" kern="1200" dirty="0">
                <a:solidFill>
                  <a:schemeClr val="tx1"/>
                </a:solidFill>
                <a:effectLst/>
                <a:latin typeface="Helvetica" pitchFamily="2" charset="0"/>
                <a:ea typeface="+mn-ea"/>
                <a:cs typeface="Arial Narrow" panose="020B0604020202020204" pitchFamily="34" charset="0"/>
              </a:rPr>
              <a:t>GitHub Agentic Workflows</a:t>
            </a:r>
            <a:r>
              <a:rPr lang="en-US" sz="2200" b="0" i="0" u="none" strike="noStrike" kern="1200" dirty="0">
                <a:solidFill>
                  <a:schemeClr val="tx1"/>
                </a:solidFill>
                <a:effectLst/>
                <a:latin typeface="Helvetica" pitchFamily="2" charset="0"/>
                <a:ea typeface="+mn-ea"/>
                <a:cs typeface="Arial Narrow" panose="020B0604020202020204" pitchFamily="34" charset="0"/>
              </a:rPr>
              <a:t>!</a:t>
            </a:r>
            <a:br>
              <a:rPr lang="en-US" sz="2200" b="0" i="0" u="none" strike="noStrike" kern="1200" dirty="0">
                <a:solidFill>
                  <a:schemeClr val="tx1"/>
                </a:solidFill>
                <a:effectLst/>
                <a:latin typeface="Helvetica" pitchFamily="2" charset="0"/>
                <a:ea typeface="+mn-ea"/>
                <a:cs typeface="Arial Narrow" panose="020B0604020202020204" pitchFamily="34" charset="0"/>
              </a:rPr>
            </a:br>
            <a:endParaRPr lang="en-US" sz="2200" b="0" i="0" u="none" strike="noStrike" kern="1200" dirty="0">
              <a:solidFill>
                <a:schemeClr val="tx1"/>
              </a:solidFill>
              <a:effectLst/>
              <a:latin typeface="Helvetica" pitchFamily="2" charset="0"/>
              <a:ea typeface="+mn-ea"/>
              <a:cs typeface="Arial Narrow" panose="020B0604020202020204" pitchFamily="34" charset="0"/>
            </a:endParaRPr>
          </a:p>
        </p:txBody>
      </p:sp>
      <p:sp>
        <p:nvSpPr>
          <p:cNvPr id="4" name="Slide Number Placeholder 3"/>
          <p:cNvSpPr>
            <a:spLocks noGrp="1"/>
          </p:cNvSpPr>
          <p:nvPr>
            <p:ph type="sldNum" sz="quarter" idx="5"/>
          </p:nvPr>
        </p:nvSpPr>
        <p:spPr/>
        <p:txBody>
          <a:bodyPr/>
          <a:lstStyle/>
          <a:p>
            <a:fld id="{625C53A8-59A0-4A49-BAB4-A832A26A8EF5}" type="slidenum">
              <a:rPr lang="en-US" smtClean="0"/>
              <a:t>2</a:t>
            </a:fld>
            <a:endParaRPr lang="en-US"/>
          </a:p>
        </p:txBody>
      </p:sp>
    </p:spTree>
    <p:extLst>
      <p:ext uri="{BB962C8B-B14F-4D97-AF65-F5344CB8AC3E}">
        <p14:creationId xmlns:p14="http://schemas.microsoft.com/office/powerpoint/2010/main" val="1540895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CD3F0-1294-77BB-DE34-8442613EA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DD2ACE-7CE5-89C2-2090-7FFC3BB630F7}"/>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8DDBF12F-B187-D3FC-38A8-1E684D1AFA1C}"/>
              </a:ext>
            </a:extLst>
          </p:cNvPr>
          <p:cNvSpPr>
            <a:spLocks noGrp="1"/>
          </p:cNvSpPr>
          <p:nvPr>
            <p:ph type="body" idx="1"/>
          </p:nvPr>
        </p:nvSpPr>
        <p:spPr/>
        <p:txBody>
          <a:bodyPr/>
          <a:lstStyle/>
          <a:p>
            <a:pPr marL="0" indent="0">
              <a:buFont typeface="Arial" panose="020B0604020202020204" pitchFamily="34" charset="0"/>
              <a:buNone/>
            </a:pPr>
            <a:r>
              <a:rPr lang="fr-FR" sz="2200" b="0" i="0" baseline="0" dirty="0">
                <a:latin typeface="Helvetica" pitchFamily="2" charset="0"/>
                <a:cs typeface="Arial Narrow" panose="020B0604020202020204" pitchFamily="34" charset="0"/>
              </a:rPr>
              <a:t>Au cours des 30 prochaines minutes, je souhaite :</a:t>
            </a:r>
          </a:p>
          <a:p>
            <a:pPr marL="457200" indent="-457200">
              <a:buFont typeface="Arial" panose="020B0604020202020204" pitchFamily="34" charset="0"/>
              <a:buChar char="•"/>
            </a:pPr>
            <a:r>
              <a:rPr lang="fr-FR" sz="2200" b="0" i="0" baseline="0" dirty="0">
                <a:latin typeface="Helvetica" pitchFamily="2" charset="0"/>
                <a:cs typeface="Arial Narrow" panose="020B0604020202020204" pitchFamily="34" charset="0"/>
              </a:rPr>
              <a:t>Commencer par vous présenter l'évolution de l'automatisation et vous expliquer comment nous en sommes arrivés là.</a:t>
            </a:r>
          </a:p>
          <a:p>
            <a:pPr marL="457200" indent="-457200">
              <a:buFont typeface="Arial" panose="020B0604020202020204" pitchFamily="34" charset="0"/>
              <a:buChar char="•"/>
            </a:pPr>
            <a:r>
              <a:rPr lang="fr-FR" sz="2200" b="0" i="0" baseline="0" dirty="0">
                <a:latin typeface="Helvetica" pitchFamily="2" charset="0"/>
                <a:cs typeface="Arial Narrow" panose="020B0604020202020204" pitchFamily="34" charset="0"/>
              </a:rPr>
              <a:t>Ensuite, je vous présenterai les workflows GitHub </a:t>
            </a:r>
            <a:r>
              <a:rPr lang="fr-FR" sz="2200" b="0" i="0" baseline="0" dirty="0" err="1">
                <a:latin typeface="Helvetica" pitchFamily="2" charset="0"/>
                <a:cs typeface="Arial Narrow" panose="020B0604020202020204" pitchFamily="34" charset="0"/>
              </a:rPr>
              <a:t>Agentic</a:t>
            </a:r>
            <a:r>
              <a:rPr lang="fr-FR" sz="2200" b="0" i="0" baseline="0" dirty="0">
                <a:latin typeface="Helvetica" pitchFamily="2" charset="0"/>
                <a:cs typeface="Arial Narrow" panose="020B0604020202020204" pitchFamily="34" charset="0"/>
              </a:rPr>
              <a:t> : ce qu'ils sont et comment ils peuvent réellement vous aider.</a:t>
            </a:r>
          </a:p>
          <a:p>
            <a:pPr marL="457200" indent="-457200">
              <a:buFont typeface="Arial" panose="020B0604020202020204" pitchFamily="34" charset="0"/>
              <a:buChar char="•"/>
            </a:pPr>
            <a:r>
              <a:rPr lang="fr-FR" sz="2200" b="0" i="0" baseline="0" dirty="0">
                <a:latin typeface="Helvetica" pitchFamily="2" charset="0"/>
                <a:cs typeface="Arial Narrow" panose="020B0604020202020204" pitchFamily="34" charset="0"/>
              </a:rPr>
              <a:t>Puis, je ferai une démonstration pour vous montrer :</a:t>
            </a:r>
          </a:p>
          <a:p>
            <a:pPr marL="0" indent="0">
              <a:buFont typeface="Arial" panose="020B0604020202020204" pitchFamily="34" charset="0"/>
              <a:buNone/>
            </a:pPr>
            <a:r>
              <a:rPr lang="fr-FR" sz="2200" b="0" i="0" baseline="0" dirty="0">
                <a:latin typeface="Helvetica" pitchFamily="2" charset="0"/>
                <a:cs typeface="Arial Narrow" panose="020B0604020202020204" pitchFamily="34" charset="0"/>
              </a:rPr>
              <a:t>	- Comment configurer un workflow de manière agentique en interrogeant un agent (pour un workflow de triage des tickets). </a:t>
            </a:r>
          </a:p>
          <a:p>
            <a:pPr marL="0" indent="0">
              <a:buFont typeface="Arial" panose="020B0604020202020204" pitchFamily="34" charset="0"/>
              <a:buNone/>
            </a:pPr>
            <a:r>
              <a:rPr lang="fr-FR" sz="2200" b="0" i="0" baseline="0" dirty="0">
                <a:latin typeface="Helvetica" pitchFamily="2" charset="0"/>
                <a:cs typeface="Arial Narrow" panose="020B0604020202020204" pitchFamily="34" charset="0"/>
              </a:rPr>
              <a:t>	- Comment exécuter à grande échelle à partir d’un référentiel centralisé (pour le déploiement intelligent de la configuration de </a:t>
            </a:r>
            <a:r>
              <a:rPr lang="fr-FR" sz="2200" b="0" i="0" baseline="0" dirty="0" err="1">
                <a:latin typeface="Helvetica" pitchFamily="2" charset="0"/>
                <a:cs typeface="Arial Narrow" panose="020B0604020202020204" pitchFamily="34" charset="0"/>
              </a:rPr>
              <a:t>Dependabot</a:t>
            </a:r>
            <a:r>
              <a:rPr lang="fr-FR" sz="2200" b="0" i="0" baseline="0" dirty="0">
                <a:latin typeface="Helvetica" pitchFamily="2" charset="0"/>
                <a:cs typeface="Arial Narrow" panose="020B0604020202020204" pitchFamily="34" charset="0"/>
              </a:rPr>
              <a:t> à l’échelle de l’organisation).</a:t>
            </a:r>
          </a:p>
          <a:p>
            <a:pPr marL="0" indent="0">
              <a:buFont typeface="Arial" panose="020B0604020202020204" pitchFamily="34" charset="0"/>
              <a:buNone/>
            </a:pPr>
            <a:endParaRPr lang="fr-FR" sz="2200" b="0" i="0" baseline="0" dirty="0">
              <a:latin typeface="Helvetica" pitchFamily="2" charset="0"/>
              <a:cs typeface="Arial Narrow" panose="020B0604020202020204" pitchFamily="34" charset="0"/>
            </a:endParaRPr>
          </a:p>
          <a:p>
            <a:pPr marL="0" indent="0">
              <a:buFont typeface="Arial" panose="020B0604020202020204" pitchFamily="34" charset="0"/>
              <a:buNone/>
            </a:pPr>
            <a:r>
              <a:rPr lang="fr-FR" sz="2200" b="0" i="0" baseline="0" dirty="0">
                <a:latin typeface="Helvetica" pitchFamily="2" charset="0"/>
                <a:cs typeface="Arial Narrow" panose="020B0604020202020204" pitchFamily="34" charset="0"/>
              </a:rPr>
              <a:t>Nous terminerons par une séance de questions-réponses : vous pourrez alors poser toutes vos questions, mais n’hésitez pas à venir me voir après la session.</a:t>
            </a:r>
          </a:p>
          <a:p>
            <a:pPr marL="0" indent="0">
              <a:buFont typeface="Arial" panose="020B0604020202020204" pitchFamily="34" charset="0"/>
              <a:buNone/>
            </a:pPr>
            <a:endParaRPr lang="fr-FR" sz="2200" b="0" i="0" baseline="0" dirty="0">
              <a:latin typeface="Helvetica" pitchFamily="2" charset="0"/>
              <a:cs typeface="Arial Narrow" panose="020B0604020202020204" pitchFamily="34" charset="0"/>
            </a:endParaRPr>
          </a:p>
          <a:p>
            <a:pPr marL="0" indent="0">
              <a:buFont typeface="Arial" panose="020B0604020202020204" pitchFamily="34" charset="0"/>
              <a:buNone/>
            </a:pPr>
            <a:r>
              <a:rPr lang="fr-FR" sz="2200" b="0" i="0" baseline="0" dirty="0">
                <a:latin typeface="Helvetica" pitchFamily="2" charset="0"/>
                <a:cs typeface="Arial Narrow" panose="020B0604020202020204" pitchFamily="34" charset="0"/>
              </a:rPr>
              <a:t>Avant de nous plonger dans ce que nous avons construit, prenons un peu de recul pour voir comment nous en sommes arrivés là et pourquoi…</a:t>
            </a:r>
            <a:endParaRPr lang="en-US" sz="2200" b="0" i="0" u="none" strike="noStrike" kern="1200" baseline="0" dirty="0">
              <a:solidFill>
                <a:schemeClr val="tx1"/>
              </a:solidFill>
              <a:effectLst/>
              <a:latin typeface="Helvetica" pitchFamily="2" charset="0"/>
              <a:ea typeface="+mn-ea"/>
              <a:cs typeface="Arial Narrow" panose="020B0604020202020204" pitchFamily="34" charset="0"/>
            </a:endParaRPr>
          </a:p>
        </p:txBody>
      </p:sp>
      <p:sp>
        <p:nvSpPr>
          <p:cNvPr id="4" name="Slide Number Placeholder 3">
            <a:extLst>
              <a:ext uri="{FF2B5EF4-FFF2-40B4-BE49-F238E27FC236}">
                <a16:creationId xmlns:a16="http://schemas.microsoft.com/office/drawing/2014/main" id="{FE616D64-C834-DDD1-CD50-1BB31F103217}"/>
              </a:ext>
            </a:extLst>
          </p:cNvPr>
          <p:cNvSpPr>
            <a:spLocks noGrp="1"/>
          </p:cNvSpPr>
          <p:nvPr>
            <p:ph type="sldNum" sz="quarter" idx="5"/>
          </p:nvPr>
        </p:nvSpPr>
        <p:spPr/>
        <p:txBody>
          <a:bodyPr/>
          <a:lstStyle/>
          <a:p>
            <a:fld id="{625C53A8-59A0-4A49-BAB4-A832A26A8EF5}" type="slidenum">
              <a:rPr lang="en-US" smtClean="0"/>
              <a:t>3</a:t>
            </a:fld>
            <a:endParaRPr lang="en-US"/>
          </a:p>
        </p:txBody>
      </p:sp>
    </p:spTree>
    <p:extLst>
      <p:ext uri="{BB962C8B-B14F-4D97-AF65-F5344CB8AC3E}">
        <p14:creationId xmlns:p14="http://schemas.microsoft.com/office/powerpoint/2010/main" val="1851834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US"/>
          </a:p>
        </p:txBody>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2200" b="0" i="0" dirty="0">
                <a:latin typeface="Helvetica" pitchFamily="2" charset="0"/>
                <a:cs typeface="Arial" panose="020B0604020202020204" pitchFamily="34" charset="0"/>
              </a:rPr>
              <a:t>Over the last decade, we have evolved CI/CD and </a:t>
            </a:r>
            <a:r>
              <a:rPr lang="en-US" sz="2200" b="1" dirty="0"/>
              <a:t>optimized software delivery for reliability and speed</a:t>
            </a:r>
            <a:r>
              <a:rPr lang="en-US" sz="2200" dirty="0"/>
              <a:t>.</a:t>
            </a:r>
          </a:p>
          <a:p>
            <a:pPr marL="342900" indent="-342900">
              <a:buFont typeface="Arial" panose="020B0604020202020204" pitchFamily="34" charset="0"/>
              <a:buChar char="•"/>
            </a:pPr>
            <a:endParaRPr lang="en-US" sz="2200" b="0" i="0" dirty="0">
              <a:latin typeface="Helvetica" pitchFamily="2" charset="0"/>
              <a:cs typeface="Arial" panose="020B0604020202020204" pitchFamily="34" charset="0"/>
            </a:endParaRPr>
          </a:p>
          <a:p>
            <a:pPr marL="342900" indent="-342900">
              <a:buFont typeface="Arial" panose="020B0604020202020204" pitchFamily="34" charset="0"/>
              <a:buChar char="•"/>
            </a:pPr>
            <a:r>
              <a:rPr lang="en-US" sz="2200" b="0" i="0" dirty="0">
                <a:latin typeface="Helvetica" pitchFamily="2" charset="0"/>
                <a:cs typeface="Arial" panose="020B0604020202020204" pitchFamily="34" charset="0"/>
              </a:rPr>
              <a:t>Now we are starting a new journey! The graph (on RHS) shows how </a:t>
            </a:r>
            <a:r>
              <a:rPr lang="en-US" sz="2200" b="1" i="0" dirty="0">
                <a:latin typeface="Helvetica" pitchFamily="2" charset="0"/>
                <a:cs typeface="Arial" panose="020B0604020202020204" pitchFamily="34" charset="0"/>
              </a:rPr>
              <a:t>intelligence is being embedded </a:t>
            </a:r>
            <a:r>
              <a:rPr lang="en-US" sz="2200" b="0" i="0" dirty="0">
                <a:latin typeface="Helvetica" pitchFamily="2" charset="0"/>
                <a:cs typeface="Arial" panose="020B0604020202020204" pitchFamily="34" charset="0"/>
              </a:rPr>
              <a:t>into the software delivery system.</a:t>
            </a:r>
            <a:br>
              <a:rPr lang="en-US" sz="2200" b="0" i="0" dirty="0">
                <a:latin typeface="Helvetica" pitchFamily="2" charset="0"/>
                <a:cs typeface="Arial" panose="020B0604020202020204" pitchFamily="34" charset="0"/>
              </a:rPr>
            </a:br>
            <a:r>
              <a:rPr lang="en-US" sz="2200" b="0" i="0" dirty="0">
                <a:latin typeface="Helvetica" pitchFamily="2" charset="0"/>
                <a:cs typeface="Arial" panose="020B0604020202020204" pitchFamily="34" charset="0"/>
              </a:rPr>
              <a:t>What changes over time isn’t automation — it’s how much reasoning the system can do inside the workflow.</a:t>
            </a:r>
          </a:p>
          <a:p>
            <a:pPr marL="799940" lvl="1" indent="-342900">
              <a:buFont typeface="Arial" panose="020B0604020202020204" pitchFamily="34" charset="0"/>
              <a:buChar char="•"/>
            </a:pPr>
            <a:endParaRPr lang="en-US" sz="2200" b="0" i="0" dirty="0">
              <a:latin typeface="Helvetica" pitchFamily="2" charset="0"/>
              <a:cs typeface="Arial" panose="020B0604020202020204" pitchFamily="34" charset="0"/>
            </a:endParaRPr>
          </a:p>
          <a:p>
            <a:pPr marL="342900" lvl="0" indent="-342900">
              <a:buFont typeface="Arial" panose="020B0604020202020204" pitchFamily="34" charset="0"/>
              <a:buChar char="•"/>
            </a:pPr>
            <a:r>
              <a:rPr lang="en-US" sz="2200" b="0" i="0" dirty="0">
                <a:latin typeface="Helvetica" pitchFamily="2" charset="0"/>
                <a:cs typeface="Arial" panose="020B0604020202020204" pitchFamily="34" charset="0"/>
              </a:rPr>
              <a:t>Looking at the GitHub Platform features, we can see how this </a:t>
            </a:r>
            <a:r>
              <a:rPr lang="en-US" sz="2200" b="1" i="0" dirty="0">
                <a:latin typeface="Helvetica" pitchFamily="2" charset="0"/>
                <a:cs typeface="Arial" panose="020B0604020202020204" pitchFamily="34" charset="0"/>
              </a:rPr>
              <a:t>evolved over time</a:t>
            </a:r>
            <a:r>
              <a:rPr lang="en-US" sz="2200" b="0" i="0" dirty="0">
                <a:latin typeface="Helvetica" pitchFamily="2" charset="0"/>
                <a:cs typeface="Arial" panose="020B0604020202020204" pitchFamily="34" charset="0"/>
              </a:rPr>
              <a:t>:</a:t>
            </a:r>
          </a:p>
          <a:p>
            <a:pPr marL="799940" lvl="1" indent="-342900">
              <a:buFont typeface="Arial" panose="020B0604020202020204" pitchFamily="34" charset="0"/>
              <a:buChar char="•"/>
            </a:pPr>
            <a:r>
              <a:rPr lang="en-US" sz="2200" b="1" i="0" dirty="0"/>
              <a:t>Automation is the foundation</a:t>
            </a:r>
            <a:r>
              <a:rPr lang="en-US" sz="2200" b="0" i="0" dirty="0">
                <a:latin typeface="Helvetica" pitchFamily="2" charset="0"/>
                <a:cs typeface="Arial" panose="020B0604020202020204" pitchFamily="34" charset="0"/>
              </a:rPr>
              <a:t>: </a:t>
            </a:r>
          </a:p>
          <a:p>
            <a:pPr marL="1085530" lvl="2" indent="-171450">
              <a:buFont typeface="Arial" panose="020B0604020202020204" pitchFamily="34" charset="0"/>
              <a:buChar char="•"/>
            </a:pPr>
            <a:r>
              <a:rPr lang="en-US" sz="2200" dirty="0"/>
              <a:t>In 2019, GitHub Actions brought workflows directly into the platform: event-driven, versioned with code, explicitly triggered, and fully auditable. Execution was deterministic. The system runs pre-defined logic: no interpretation, no reasoning. Just state transitions. This model established trust and it continues to govern CI/CD today.</a:t>
            </a:r>
            <a:endParaRPr lang="en-US" sz="2200" b="0" i="0" dirty="0">
              <a:latin typeface="Helvetica" pitchFamily="2" charset="0"/>
              <a:cs typeface="Arial" panose="020B0604020202020204" pitchFamily="34" charset="0"/>
            </a:endParaRPr>
          </a:p>
          <a:p>
            <a:pPr marL="799940" lvl="1" indent="-342900">
              <a:buFont typeface="Arial" panose="020B0604020202020204" pitchFamily="34" charset="0"/>
              <a:buChar char="•"/>
            </a:pPr>
            <a:r>
              <a:rPr lang="en-US" sz="2200" b="1" i="0" dirty="0">
                <a:latin typeface="Helvetica" pitchFamily="2" charset="0"/>
                <a:cs typeface="Arial" panose="020B0604020202020204" pitchFamily="34" charset="0"/>
              </a:rPr>
              <a:t>Copilot assists in the editor</a:t>
            </a:r>
            <a:r>
              <a:rPr lang="en-US" sz="2200" b="0" i="0" dirty="0">
                <a:latin typeface="Helvetica" pitchFamily="2" charset="0"/>
                <a:cs typeface="Arial" panose="020B0604020202020204" pitchFamily="34" charset="0"/>
              </a:rPr>
              <a:t>:</a:t>
            </a:r>
          </a:p>
          <a:p>
            <a:pPr marL="1256980" lvl="2" indent="-342900">
              <a:buFont typeface="Arial" panose="020B0604020202020204" pitchFamily="34" charset="0"/>
              <a:buChar char="•"/>
            </a:pPr>
            <a:r>
              <a:rPr lang="en-US" sz="2200" dirty="0"/>
              <a:t>In 2021, GitHub Copilot introduced context-aware code completion. Repository context, human-in-the-loop review, etc. The model assists, the developer remains in control. Reasoning is introduced at the point of creation, but execution in our workflows remains deterministic.</a:t>
            </a:r>
          </a:p>
          <a:p>
            <a:pPr marL="799940" lvl="1" indent="-342900">
              <a:buFont typeface="Arial" panose="020B0604020202020204" pitchFamily="34" charset="0"/>
              <a:buChar char="•"/>
            </a:pPr>
            <a:r>
              <a:rPr lang="en-US" sz="2200" b="1" i="0" dirty="0"/>
              <a:t>Coding agent acts on tasks</a:t>
            </a:r>
            <a:r>
              <a:rPr lang="en-US" sz="2200" i="0" dirty="0"/>
              <a:t>:</a:t>
            </a:r>
          </a:p>
          <a:p>
            <a:pPr marL="1256980" lvl="2" indent="-342900">
              <a:buFont typeface="Arial" panose="020B0604020202020204" pitchFamily="34" charset="0"/>
              <a:buChar char="•"/>
            </a:pPr>
            <a:r>
              <a:rPr lang="en-US" sz="2200" dirty="0"/>
              <a:t>In 2025, the SWE (Software Engineering) agent awakened. </a:t>
            </a:r>
            <a:r>
              <a:rPr lang="en-US" sz="2200" b="0" i="0" dirty="0">
                <a:latin typeface="Helvetica" pitchFamily="2" charset="0"/>
                <a:cs typeface="Arial" panose="020B0604020202020204" pitchFamily="34" charset="0"/>
              </a:rPr>
              <a:t>Reasoning expanded from tokens to tasks. Multi-file context, goal-driven interaction, repository awareness. The system can decompose intent but still operates within explicit boundaries. </a:t>
            </a:r>
          </a:p>
          <a:p>
            <a:pPr marL="799940" lvl="1" indent="-342900">
              <a:buFont typeface="Arial" panose="020B0604020202020204" pitchFamily="34" charset="0"/>
              <a:buChar char="•"/>
            </a:pPr>
            <a:r>
              <a:rPr lang="en-US" sz="2200" b="1" i="0" dirty="0">
                <a:latin typeface="Helvetica" pitchFamily="2" charset="0"/>
                <a:cs typeface="Arial" panose="020B0604020202020204" pitchFamily="34" charset="0"/>
              </a:rPr>
              <a:t>Agentic workflows run with intelligence built-in</a:t>
            </a:r>
            <a:r>
              <a:rPr lang="en-US" sz="2200" b="0" i="0" dirty="0">
                <a:latin typeface="Helvetica" pitchFamily="2" charset="0"/>
                <a:cs typeface="Arial" panose="020B0604020202020204" pitchFamily="34" charset="0"/>
              </a:rPr>
              <a:t>:</a:t>
            </a:r>
          </a:p>
          <a:p>
            <a:pPr marL="1256980" lvl="2" indent="-342900">
              <a:buFont typeface="Arial" panose="020B0604020202020204" pitchFamily="34" charset="0"/>
              <a:buChar char="•"/>
            </a:pPr>
            <a:r>
              <a:rPr lang="en-US" sz="2200" b="0" i="0" dirty="0">
                <a:latin typeface="Helvetica" pitchFamily="2" charset="0"/>
                <a:cs typeface="Arial" panose="020B0604020202020204" pitchFamily="34" charset="0"/>
              </a:rPr>
              <a:t>Agents operate inside CI. Actions trigger validation. guardrails constrain scope. All changes are observable and auditable. Deterministic systems provide enforcement, while intelligent systems provide adaptation. We’re not replacing deterministic systems; we’re layering probabilistic reasoning on top of them.</a:t>
            </a:r>
          </a:p>
          <a:p>
            <a:pPr marL="342900" indent="-342900">
              <a:buFont typeface="Arial" panose="020B0604020202020204" pitchFamily="34" charset="0"/>
              <a:buChar char="•"/>
            </a:pPr>
            <a:endParaRPr lang="en-US" sz="2200" b="0" i="0" dirty="0">
              <a:latin typeface="Helvetica" pitchFamily="2" charset="0"/>
              <a:cs typeface="Arial" panose="020B0604020202020204" pitchFamily="34" charset="0"/>
            </a:endParaRPr>
          </a:p>
          <a:p>
            <a:pPr marL="342900" indent="-342900">
              <a:buFont typeface="Arial" panose="020B0604020202020204" pitchFamily="34" charset="0"/>
              <a:buChar char="•"/>
            </a:pPr>
            <a:r>
              <a:rPr lang="en-US" sz="2200" b="0" i="0" dirty="0">
                <a:latin typeface="Helvetica" pitchFamily="2" charset="0"/>
                <a:cs typeface="Arial" panose="020B0604020202020204" pitchFamily="34" charset="0"/>
              </a:rPr>
              <a:t>GitHub Agentic Workflows makes this possible. Let’s dive into </a:t>
            </a:r>
            <a:r>
              <a:rPr lang="en-US" sz="2200" b="1" i="0" dirty="0">
                <a:latin typeface="Helvetica" pitchFamily="2" charset="0"/>
                <a:cs typeface="Arial" panose="020B0604020202020204" pitchFamily="34" charset="0"/>
              </a:rPr>
              <a:t>what they are in more detail</a:t>
            </a:r>
            <a:r>
              <a:rPr lang="en-US" sz="2200" b="0" i="0" dirty="0">
                <a:latin typeface="Helvetica" pitchFamily="2" charset="0"/>
                <a:cs typeface="Arial" panose="020B0604020202020204" pitchFamily="34" charset="0"/>
              </a:rPr>
              <a:t>…</a:t>
            </a:r>
          </a:p>
        </p:txBody>
      </p:sp>
      <p:sp>
        <p:nvSpPr>
          <p:cNvPr id="4" name="Slide Number Placeholder 3"/>
          <p:cNvSpPr>
            <a:spLocks noGrp="1"/>
          </p:cNvSpPr>
          <p:nvPr>
            <p:ph type="sldNum" sz="quarter" idx="5"/>
          </p:nvPr>
        </p:nvSpPr>
        <p:spPr/>
        <p:txBody>
          <a:bodyPr/>
          <a:lstStyle/>
          <a:p>
            <a:fld id="{625C53A8-59A0-4A49-BAB4-A832A26A8EF5}" type="slidenum">
              <a:rPr lang="en-US" smtClean="0"/>
              <a:t>4</a:t>
            </a:fld>
            <a:endParaRPr lang="en-US"/>
          </a:p>
        </p:txBody>
      </p:sp>
    </p:spTree>
    <p:extLst>
      <p:ext uri="{BB962C8B-B14F-4D97-AF65-F5344CB8AC3E}">
        <p14:creationId xmlns:p14="http://schemas.microsoft.com/office/powerpoint/2010/main" val="2051785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EFE18-144F-9343-5C80-C0B6F14367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746FF-A752-22DC-4EC5-31B631AE23DB}"/>
              </a:ext>
            </a:extLst>
          </p:cNvPr>
          <p:cNvSpPr>
            <a:spLocks noGrp="1" noRot="1" noChangeAspect="1"/>
          </p:cNvSpPr>
          <p:nvPr>
            <p:ph type="sldImg"/>
          </p:nvPr>
        </p:nvSpPr>
        <p:spPr>
          <a:xfrm>
            <a:off x="685800" y="1143000"/>
            <a:ext cx="5486400" cy="3086100"/>
          </a:xfrm>
        </p:spPr>
        <p:txBody>
          <a:bodyPr/>
          <a:lstStyle/>
          <a:p>
            <a:endParaRPr lang="en-US" dirty="0"/>
          </a:p>
        </p:txBody>
      </p:sp>
      <p:sp>
        <p:nvSpPr>
          <p:cNvPr id="3" name="Notes Placeholder 2">
            <a:extLst>
              <a:ext uri="{FF2B5EF4-FFF2-40B4-BE49-F238E27FC236}">
                <a16:creationId xmlns:a16="http://schemas.microsoft.com/office/drawing/2014/main" id="{DFBCFB2F-70CF-2D34-96BB-BF5CB9248CC7}"/>
              </a:ext>
            </a:extLst>
          </p:cNvPr>
          <p:cNvSpPr>
            <a:spLocks noGrp="1"/>
          </p:cNvSpPr>
          <p:nvPr>
            <p:ph type="body" idx="1"/>
          </p:nvPr>
        </p:nvSpPr>
        <p:spPr/>
        <p:txBody>
          <a:bodyPr/>
          <a:lstStyle/>
          <a:p>
            <a:pPr marL="342900" indent="-342900">
              <a:buFont typeface="Arial" panose="020B0604020202020204" pitchFamily="34" charset="0"/>
              <a:buChar char="•"/>
            </a:pPr>
            <a:r>
              <a:rPr lang="en-US" sz="2200" dirty="0">
                <a:latin typeface="Helvetica" pitchFamily="2" charset="0"/>
              </a:rPr>
              <a:t>GitHub Agentic Workflows </a:t>
            </a:r>
            <a:r>
              <a:rPr lang="en-US" sz="2200" b="1" dirty="0">
                <a:latin typeface="Helvetica" pitchFamily="2" charset="0"/>
              </a:rPr>
              <a:t>brings AI-powered software engineering agents into GitHub Actions</a:t>
            </a:r>
            <a:r>
              <a:rPr lang="en-US" sz="2200" dirty="0">
                <a:latin typeface="Helvetica" pitchFamily="2" charset="0"/>
              </a:rPr>
              <a:t>.</a:t>
            </a:r>
            <a:br>
              <a:rPr lang="en-US" sz="2200" dirty="0">
                <a:latin typeface="Helvetica" pitchFamily="2" charset="0"/>
              </a:rPr>
            </a:br>
            <a:r>
              <a:rPr lang="en-US" sz="2200" dirty="0">
                <a:latin typeface="Helvetica" pitchFamily="2" charset="0"/>
              </a:rPr>
              <a:t>Instead of introducing a separate automation system, this approach extends the CI/CD platform teams already use and trust.</a:t>
            </a:r>
            <a:br>
              <a:rPr lang="en-US" sz="2200" dirty="0">
                <a:latin typeface="Helvetica" pitchFamily="2" charset="0"/>
              </a:rPr>
            </a:br>
            <a:endParaRPr lang="en-US" sz="2200" dirty="0">
              <a:latin typeface="Helvetica" pitchFamily="2" charset="0"/>
            </a:endParaRPr>
          </a:p>
          <a:p>
            <a:pPr marL="342900" indent="-342900">
              <a:buFont typeface="Arial" panose="020B0604020202020204" pitchFamily="34" charset="0"/>
              <a:buChar char="•"/>
            </a:pPr>
            <a:r>
              <a:rPr lang="en-US" sz="2200" dirty="0">
                <a:latin typeface="Helvetica" pitchFamily="2" charset="0"/>
              </a:rPr>
              <a:t>The </a:t>
            </a:r>
            <a:r>
              <a:rPr lang="en-US" sz="2200" b="1" dirty="0">
                <a:latin typeface="Helvetica" pitchFamily="2" charset="0"/>
              </a:rPr>
              <a:t>GitHub Agentic Workflows CLI </a:t>
            </a:r>
            <a:r>
              <a:rPr lang="en-US" sz="2200" dirty="0">
                <a:latin typeface="Helvetica" pitchFamily="2" charset="0"/>
              </a:rPr>
              <a:t>acts as the control surface for setting up and managing agentic workflows.</a:t>
            </a:r>
            <a:br>
              <a:rPr lang="en-US" sz="2200" dirty="0">
                <a:latin typeface="Helvetica" pitchFamily="2" charset="0"/>
              </a:rPr>
            </a:br>
            <a:r>
              <a:rPr lang="en-US" sz="2200" dirty="0">
                <a:latin typeface="Helvetica" pitchFamily="2" charset="0"/>
              </a:rPr>
              <a:t>The CLI provides a guided setup experience: Standardized installation and upgrade process, reduced configuration errors, built-in validation checks, simplified workflow management through </a:t>
            </a:r>
            <a:r>
              <a:rPr lang="en-US" sz="2200" b="1" kern="1200" dirty="0">
                <a:solidFill>
                  <a:schemeClr val="tx1"/>
                </a:solidFill>
                <a:latin typeface="Helvetica" pitchFamily="2" charset="0"/>
                <a:ea typeface="+mn-ea"/>
                <a:cs typeface="Consolas" panose="020B0609020204030204" pitchFamily="49" charset="0"/>
              </a:rPr>
              <a:t>gh aw</a:t>
            </a:r>
            <a:r>
              <a:rPr lang="en-US" sz="2200" b="1" dirty="0">
                <a:latin typeface="Helvetica" pitchFamily="2" charset="0"/>
                <a:cs typeface="Consolas" panose="020B0609020204030204" pitchFamily="49" charset="0"/>
              </a:rPr>
              <a:t> </a:t>
            </a:r>
            <a:r>
              <a:rPr lang="en-US" sz="2200" dirty="0">
                <a:latin typeface="Helvetica" pitchFamily="2" charset="0"/>
              </a:rPr>
              <a:t>command.</a:t>
            </a:r>
          </a:p>
          <a:p>
            <a:pPr marL="799940" lvl="1" indent="-342900">
              <a:buFont typeface="Arial" panose="020B0604020202020204" pitchFamily="34" charset="0"/>
              <a:buChar char="•"/>
            </a:pPr>
            <a:endParaRPr lang="en-US" sz="2200" dirty="0">
              <a:latin typeface="Helvetica" pitchFamily="2" charset="0"/>
            </a:endParaRPr>
          </a:p>
          <a:p>
            <a:pPr marL="342900" lvl="0" indent="-342900">
              <a:buFont typeface="Arial" panose="020B0604020202020204" pitchFamily="34" charset="0"/>
              <a:buChar char="•"/>
            </a:pPr>
            <a:r>
              <a:rPr lang="en-US" sz="2200" b="1" dirty="0">
                <a:latin typeface="Helvetica" pitchFamily="2" charset="0"/>
              </a:rPr>
              <a:t>Prerequisites:</a:t>
            </a:r>
            <a:br>
              <a:rPr lang="en-US" sz="2200" b="1" dirty="0">
                <a:latin typeface="Helvetica" pitchFamily="2" charset="0"/>
              </a:rPr>
            </a:br>
            <a:r>
              <a:rPr lang="en-US" sz="2200" dirty="0">
                <a:latin typeface="Helvetica" pitchFamily="2" charset="0"/>
              </a:rPr>
              <a:t>Before installing, a few requirements must be in place.</a:t>
            </a:r>
          </a:p>
          <a:p>
            <a:pPr marL="799940" lvl="1" indent="-342900">
              <a:buFont typeface="Arial" panose="020B0604020202020204" pitchFamily="34" charset="0"/>
              <a:buChar char="•"/>
            </a:pPr>
            <a:r>
              <a:rPr lang="en-US" sz="2200" b="1" dirty="0">
                <a:latin typeface="Helvetica" pitchFamily="2" charset="0"/>
              </a:rPr>
              <a:t>AI Account</a:t>
            </a:r>
            <a:r>
              <a:rPr lang="en-US" sz="2200" b="0" dirty="0">
                <a:latin typeface="Helvetica" pitchFamily="2" charset="0"/>
              </a:rPr>
              <a:t>:</a:t>
            </a:r>
            <a:r>
              <a:rPr lang="en-US" sz="2200" b="1" dirty="0">
                <a:latin typeface="Helvetica" pitchFamily="2" charset="0"/>
              </a:rPr>
              <a:t> </a:t>
            </a:r>
            <a:r>
              <a:rPr lang="en-US" sz="2200" dirty="0">
                <a:latin typeface="Helvetica" pitchFamily="2" charset="0"/>
              </a:rPr>
              <a:t>An AI provider is required to power the agent’s reasoning and generation capabilities. By default, this setup assumes GitHub Copilot. The agent enables intelligent automation inside workflows.</a:t>
            </a:r>
          </a:p>
          <a:p>
            <a:pPr marL="799940" lvl="1" indent="-342900">
              <a:buFont typeface="Arial" panose="020B0604020202020204" pitchFamily="34" charset="0"/>
              <a:buChar char="•"/>
            </a:pPr>
            <a:r>
              <a:rPr lang="en-US" sz="2200" b="1" dirty="0">
                <a:latin typeface="Helvetica" pitchFamily="2" charset="0"/>
              </a:rPr>
              <a:t>GitHub Repository </a:t>
            </a:r>
            <a:r>
              <a:rPr lang="en-US" sz="2200" b="0" dirty="0">
                <a:latin typeface="Helvetica" pitchFamily="2" charset="0"/>
              </a:rPr>
              <a:t>:</a:t>
            </a:r>
            <a:r>
              <a:rPr lang="en-US" sz="2200" b="1" dirty="0">
                <a:latin typeface="Helvetica" pitchFamily="2" charset="0"/>
              </a:rPr>
              <a:t> </a:t>
            </a:r>
            <a:r>
              <a:rPr lang="en-US" sz="2200" dirty="0">
                <a:latin typeface="Helvetica" pitchFamily="2" charset="0"/>
              </a:rPr>
              <a:t>You must have </a:t>
            </a:r>
            <a:r>
              <a:rPr lang="en-US" sz="2200" i="1" dirty="0">
                <a:latin typeface="Helvetica" pitchFamily="2" charset="0"/>
              </a:rPr>
              <a:t>write</a:t>
            </a:r>
            <a:r>
              <a:rPr lang="en-US" sz="2200" dirty="0">
                <a:latin typeface="Helvetica" pitchFamily="2" charset="0"/>
              </a:rPr>
              <a:t> access to a repository.</a:t>
            </a:r>
          </a:p>
          <a:p>
            <a:pPr marL="799940" lvl="1" indent="-342900">
              <a:buFont typeface="Arial" panose="020B0604020202020204" pitchFamily="34" charset="0"/>
              <a:buChar char="•"/>
            </a:pPr>
            <a:r>
              <a:rPr lang="en-US" sz="2200" b="1" dirty="0">
                <a:latin typeface="Helvetica" pitchFamily="2" charset="0"/>
              </a:rPr>
              <a:t>GitHub Actions Enabled</a:t>
            </a:r>
            <a:r>
              <a:rPr lang="en-US" sz="2200" b="0" dirty="0">
                <a:latin typeface="Helvetica" pitchFamily="2" charset="0"/>
              </a:rPr>
              <a:t>:</a:t>
            </a:r>
            <a:r>
              <a:rPr lang="en-US" sz="2200" b="1" dirty="0">
                <a:latin typeface="Helvetica" pitchFamily="2" charset="0"/>
              </a:rPr>
              <a:t> </a:t>
            </a:r>
            <a:r>
              <a:rPr lang="en-US" sz="2200" dirty="0">
                <a:latin typeface="Helvetica" pitchFamily="2" charset="0"/>
              </a:rPr>
              <a:t>Actions must be enabled in repository settings.</a:t>
            </a:r>
          </a:p>
          <a:p>
            <a:pPr marL="799940" lvl="1" indent="-342900">
              <a:buFont typeface="Arial" panose="020B0604020202020204" pitchFamily="34" charset="0"/>
              <a:buChar char="•"/>
            </a:pPr>
            <a:r>
              <a:rPr lang="en-US" sz="2200" b="1" dirty="0">
                <a:latin typeface="Helvetica" pitchFamily="2" charset="0"/>
              </a:rPr>
              <a:t>GitHub CLI (gh) v2.0.0+</a:t>
            </a:r>
            <a:r>
              <a:rPr lang="en-US" sz="2200" b="0" dirty="0">
                <a:latin typeface="Helvetica" pitchFamily="2" charset="0"/>
              </a:rPr>
              <a:t>:</a:t>
            </a:r>
            <a:r>
              <a:rPr lang="en-US" sz="2200" b="1" dirty="0">
                <a:latin typeface="Helvetica" pitchFamily="2" charset="0"/>
              </a:rPr>
              <a:t> </a:t>
            </a:r>
            <a:r>
              <a:rPr lang="en-US" sz="2200" dirty="0">
                <a:latin typeface="Helvetica" pitchFamily="2" charset="0"/>
              </a:rPr>
              <a:t>Agentic Workflows installs as a GitHub CLI extension, so the CLI must already be installed. Verify version with </a:t>
            </a:r>
            <a:r>
              <a:rPr lang="en-US" sz="2200" kern="1200" dirty="0">
                <a:solidFill>
                  <a:schemeClr val="tx1"/>
                </a:solidFill>
                <a:latin typeface="Helvetica" pitchFamily="2" charset="0"/>
                <a:ea typeface="+mn-ea"/>
                <a:cs typeface="Consolas" panose="020B0609020204030204" pitchFamily="49" charset="0"/>
              </a:rPr>
              <a:t>gh –version. </a:t>
            </a:r>
            <a:r>
              <a:rPr lang="en-US" sz="2200" dirty="0">
                <a:latin typeface="Helvetica" pitchFamily="2" charset="0"/>
              </a:rPr>
              <a:t>Requires version 2.0.0 or later. Serves as the management interface for workflows.</a:t>
            </a:r>
          </a:p>
          <a:p>
            <a:pPr marL="799940" lvl="1" indent="-342900">
              <a:buFont typeface="Arial" panose="020B0604020202020204" pitchFamily="34" charset="0"/>
              <a:buChar char="•"/>
            </a:pPr>
            <a:r>
              <a:rPr lang="en-US" sz="2200" b="1" dirty="0">
                <a:latin typeface="Helvetica" pitchFamily="2" charset="0"/>
              </a:rPr>
              <a:t>Supported Operating System</a:t>
            </a:r>
            <a:br>
              <a:rPr lang="en-US" sz="2200" b="1" dirty="0">
                <a:latin typeface="Helvetica" pitchFamily="2" charset="0"/>
              </a:rPr>
            </a:br>
            <a:r>
              <a:rPr lang="en-US" sz="2200" dirty="0">
                <a:latin typeface="Helvetica" pitchFamily="2" charset="0"/>
              </a:rPr>
              <a:t>A shell-based environment is required to run CLI commands: Linux, macOS, Windows with WSL.</a:t>
            </a:r>
            <a:br>
              <a:rPr lang="en-US" sz="2200" dirty="0">
                <a:latin typeface="Helvetica" pitchFamily="2" charset="0"/>
              </a:rPr>
            </a:br>
            <a:endParaRPr lang="en-US" sz="2200" dirty="0">
              <a:latin typeface="Helvetica" pitchFamily="2" charset="0"/>
            </a:endParaRPr>
          </a:p>
          <a:p>
            <a:pPr marL="342900" indent="-342900">
              <a:buFont typeface="Arial" panose="020B0604020202020204" pitchFamily="34" charset="0"/>
              <a:buChar char="•"/>
            </a:pPr>
            <a:r>
              <a:rPr lang="en-US" sz="2200" b="1" dirty="0">
                <a:latin typeface="Helvetica" pitchFamily="2" charset="0"/>
              </a:rPr>
              <a:t>Setup: Install the GitHub Agentic Workflows CLI</a:t>
            </a:r>
          </a:p>
          <a:p>
            <a:pPr marL="799940" lvl="1" indent="-342900">
              <a:buFont typeface="Arial" panose="020B0604020202020204" pitchFamily="34" charset="0"/>
              <a:buChar char="•"/>
            </a:pPr>
            <a:r>
              <a:rPr lang="en-US" sz="2200" dirty="0">
                <a:latin typeface="Helvetica" pitchFamily="2" charset="0"/>
              </a:rPr>
              <a:t>It is an extension for the GitHub CLI, so we install it with: </a:t>
            </a:r>
            <a:r>
              <a:rPr lang="en-US" sz="2200" b="1" kern="1200" dirty="0">
                <a:solidFill>
                  <a:schemeClr val="tx1"/>
                </a:solidFill>
                <a:latin typeface="Helvetica" pitchFamily="2" charset="0"/>
                <a:ea typeface="+mn-ea"/>
                <a:cs typeface="Consolas" panose="020B0609020204030204" pitchFamily="49" charset="0"/>
              </a:rPr>
              <a:t>gh extension install github/gh-aw</a:t>
            </a:r>
            <a:br>
              <a:rPr lang="en-US" sz="2200" dirty="0">
                <a:latin typeface="Helvetica" pitchFamily="2" charset="0"/>
              </a:rPr>
            </a:br>
            <a:endParaRPr lang="en-US" sz="2200" dirty="0">
              <a:latin typeface="Helvetica" pitchFamily="2" charset="0"/>
            </a:endParaRPr>
          </a:p>
          <a:p>
            <a:pPr marL="342900" indent="-342900">
              <a:buFont typeface="Arial" panose="020B0604020202020204" pitchFamily="34" charset="0"/>
              <a:buChar char="•"/>
            </a:pPr>
            <a:r>
              <a:rPr lang="en-US" sz="2200" b="1" dirty="0">
                <a:latin typeface="Helvetica" pitchFamily="2" charset="0"/>
              </a:rPr>
              <a:t>Getting started:</a:t>
            </a:r>
          </a:p>
          <a:p>
            <a:pPr marL="799940" lvl="1" indent="-342900">
              <a:buFont typeface="Arial" panose="020B0604020202020204" pitchFamily="34" charset="0"/>
              <a:buChar char="•"/>
            </a:pPr>
            <a:r>
              <a:rPr lang="en-US" sz="2200" b="0" dirty="0">
                <a:latin typeface="Helvetica" pitchFamily="2" charset="0"/>
              </a:rPr>
              <a:t>This is your management console for all agentic workflow related things!</a:t>
            </a:r>
            <a:br>
              <a:rPr lang="en-US" sz="2200" b="0" dirty="0">
                <a:latin typeface="Helvetica" pitchFamily="2" charset="0"/>
              </a:rPr>
            </a:br>
            <a:r>
              <a:rPr lang="en-US" sz="2200" b="0" dirty="0">
                <a:latin typeface="Helvetica" pitchFamily="2" charset="0"/>
              </a:rPr>
              <a:t>The screenshot (on RHS) show some of the useful commands we have available to us </a:t>
            </a:r>
            <a:r>
              <a:rPr lang="en-US" sz="2200" b="0" dirty="0">
                <a:latin typeface="Helvetica" pitchFamily="2" charset="0"/>
                <a:cs typeface="Consolas" panose="020B0609020204030204" pitchFamily="49" charset="0"/>
              </a:rPr>
              <a:t>(</a:t>
            </a:r>
            <a:r>
              <a:rPr lang="en-US" sz="2200" b="1" dirty="0">
                <a:latin typeface="Helvetica" pitchFamily="2" charset="0"/>
                <a:cs typeface="Consolas" panose="020B0609020204030204" pitchFamily="49" charset="0"/>
              </a:rPr>
              <a:t>gh aw</a:t>
            </a:r>
            <a:r>
              <a:rPr lang="en-US" sz="2200" b="0" dirty="0">
                <a:latin typeface="Helvetica" pitchFamily="2" charset="0"/>
                <a:cs typeface="Consolas" panose="020B0609020204030204" pitchFamily="49" charset="0"/>
              </a:rPr>
              <a:t>…). To add Agentic Workflows capabilities to a repo, navigate it and just run: </a:t>
            </a:r>
            <a:r>
              <a:rPr lang="en-US" sz="2200" b="1" dirty="0">
                <a:latin typeface="Helvetica" pitchFamily="2" charset="0"/>
                <a:cs typeface="Consolas" panose="020B0609020204030204" pitchFamily="49" charset="0"/>
              </a:rPr>
              <a:t>gh aw </a:t>
            </a:r>
            <a:r>
              <a:rPr lang="en-US" sz="2200" b="1" dirty="0" err="1">
                <a:latin typeface="Helvetica" pitchFamily="2" charset="0"/>
                <a:cs typeface="Consolas" panose="020B0609020204030204" pitchFamily="49" charset="0"/>
              </a:rPr>
              <a:t>init</a:t>
            </a:r>
            <a:r>
              <a:rPr lang="en-US" sz="2200" b="0" dirty="0" err="1">
                <a:latin typeface="Helvetica" pitchFamily="2" charset="0"/>
                <a:cs typeface="Consolas" panose="020B0609020204030204" pitchFamily="49" charset="0"/>
              </a:rPr>
              <a:t>.</a:t>
            </a:r>
            <a:r>
              <a:rPr lang="en-US" sz="2200" b="0" dirty="0">
                <a:latin typeface="Helvetica" pitchFamily="2" charset="0"/>
                <a:cs typeface="Consolas" panose="020B0609020204030204" pitchFamily="49" charset="0"/>
              </a:rPr>
              <a:t> You can also compile/run/audit workflow as well as add workflow from our agentics collection (</a:t>
            </a:r>
            <a:r>
              <a:rPr lang="en-US" sz="2200" b="1" dirty="0">
                <a:latin typeface="Helvetica" pitchFamily="2" charset="0"/>
                <a:cs typeface="Consolas" panose="020B0609020204030204" pitchFamily="49" charset="0"/>
              </a:rPr>
              <a:t>gh aw add </a:t>
            </a:r>
            <a:r>
              <a:rPr lang="en-US" sz="2200" b="0" dirty="0">
                <a:latin typeface="Helvetica" pitchFamily="2" charset="0"/>
                <a:cs typeface="Consolas" panose="020B0609020204030204" pitchFamily="49" charset="0"/>
              </a:rPr>
              <a:t>or </a:t>
            </a:r>
            <a:r>
              <a:rPr lang="en-US" sz="2200" b="1" dirty="0">
                <a:latin typeface="Helvetica" pitchFamily="2" charset="0"/>
                <a:cs typeface="Consolas" panose="020B0609020204030204" pitchFamily="49" charset="0"/>
              </a:rPr>
              <a:t>add-wizard</a:t>
            </a:r>
            <a:r>
              <a:rPr lang="en-US" sz="2200" b="0" dirty="0">
                <a:latin typeface="Helvetica" pitchFamily="2" charset="0"/>
                <a:cs typeface="Consolas" panose="020B0609020204030204" pitchFamily="49" charset="0"/>
              </a:rPr>
              <a:t>)</a:t>
            </a:r>
          </a:p>
          <a:p>
            <a:pPr marL="342900" indent="-342900">
              <a:buFont typeface="Arial" panose="020B0604020202020204" pitchFamily="34" charset="0"/>
              <a:buChar char="•"/>
            </a:pPr>
            <a:endParaRPr lang="en-US" sz="2200" b="0" dirty="0">
              <a:latin typeface="Helvetica" pitchFamily="2" charset="0"/>
              <a:cs typeface="Consolas" panose="020B0609020204030204" pitchFamily="49" charset="0"/>
            </a:endParaRPr>
          </a:p>
          <a:p>
            <a:pPr marL="342900" indent="-342900">
              <a:buFont typeface="Arial" panose="020B0604020202020204" pitchFamily="34" charset="0"/>
              <a:buChar char="•"/>
            </a:pPr>
            <a:r>
              <a:rPr lang="en-US" sz="2200" b="0" dirty="0">
                <a:latin typeface="Helvetica" pitchFamily="2" charset="0"/>
                <a:cs typeface="Consolas" panose="020B0609020204030204" pitchFamily="49" charset="0"/>
              </a:rPr>
              <a:t>Let’s find out more what an </a:t>
            </a:r>
            <a:r>
              <a:rPr lang="en-US" sz="2200" b="1" dirty="0">
                <a:latin typeface="Helvetica" pitchFamily="2" charset="0"/>
                <a:cs typeface="Consolas" panose="020B0609020204030204" pitchFamily="49" charset="0"/>
              </a:rPr>
              <a:t>agentic workflow </a:t>
            </a:r>
            <a:r>
              <a:rPr lang="en-US" sz="2200" b="0" dirty="0">
                <a:latin typeface="Helvetica" pitchFamily="2" charset="0"/>
                <a:cs typeface="Consolas" panose="020B0609020204030204" pitchFamily="49" charset="0"/>
              </a:rPr>
              <a:t>(source/file) </a:t>
            </a:r>
            <a:r>
              <a:rPr lang="en-US" sz="2200" b="1" dirty="0">
                <a:latin typeface="Helvetica" pitchFamily="2" charset="0"/>
                <a:cs typeface="Consolas" panose="020B0609020204030204" pitchFamily="49" charset="0"/>
              </a:rPr>
              <a:t>looks like</a:t>
            </a:r>
            <a:r>
              <a:rPr lang="en-US" sz="2200" b="0" dirty="0">
                <a:latin typeface="Helvetica" pitchFamily="2" charset="0"/>
                <a:cs typeface="Consolas" panose="020B0609020204030204" pitchFamily="49" charset="0"/>
              </a:rPr>
              <a:t>…</a:t>
            </a:r>
          </a:p>
        </p:txBody>
      </p:sp>
      <p:sp>
        <p:nvSpPr>
          <p:cNvPr id="4" name="Slide Number Placeholder 3">
            <a:extLst>
              <a:ext uri="{FF2B5EF4-FFF2-40B4-BE49-F238E27FC236}">
                <a16:creationId xmlns:a16="http://schemas.microsoft.com/office/drawing/2014/main" id="{A15261E1-9B12-1156-A3C7-CF2AE7299BC1}"/>
              </a:ext>
            </a:extLst>
          </p:cNvPr>
          <p:cNvSpPr>
            <a:spLocks noGrp="1"/>
          </p:cNvSpPr>
          <p:nvPr>
            <p:ph type="sldNum" sz="quarter" idx="5"/>
          </p:nvPr>
        </p:nvSpPr>
        <p:spPr/>
        <p:txBody>
          <a:bodyPr/>
          <a:lstStyle/>
          <a:p>
            <a:fld id="{625C53A8-59A0-4A49-BAB4-A832A26A8EF5}" type="slidenum">
              <a:rPr lang="en-US" smtClean="0"/>
              <a:t>5</a:t>
            </a:fld>
            <a:endParaRPr lang="en-US" dirty="0"/>
          </a:p>
        </p:txBody>
      </p:sp>
    </p:spTree>
    <p:extLst>
      <p:ext uri="{BB962C8B-B14F-4D97-AF65-F5344CB8AC3E}">
        <p14:creationId xmlns:p14="http://schemas.microsoft.com/office/powerpoint/2010/main" val="1034516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AB48C-79B0-4BC6-E232-0F4465AE4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8DB94F-234F-A71C-AC8B-7B3EE3880E0F}"/>
              </a:ext>
            </a:extLst>
          </p:cNvPr>
          <p:cNvSpPr>
            <a:spLocks noGrp="1" noRot="1" noChangeAspect="1"/>
          </p:cNvSpPr>
          <p:nvPr>
            <p:ph type="sldImg"/>
          </p:nvPr>
        </p:nvSpPr>
        <p:spPr>
          <a:xfrm>
            <a:off x="685800" y="1143000"/>
            <a:ext cx="5486400" cy="3086100"/>
          </a:xfrm>
        </p:spPr>
        <p:txBody>
          <a:bodyPr/>
          <a:lstStyle/>
          <a:p>
            <a:endParaRPr lang="en-US" dirty="0"/>
          </a:p>
        </p:txBody>
      </p:sp>
      <p:sp>
        <p:nvSpPr>
          <p:cNvPr id="3" name="Notes Placeholder 2">
            <a:extLst>
              <a:ext uri="{FF2B5EF4-FFF2-40B4-BE49-F238E27FC236}">
                <a16:creationId xmlns:a16="http://schemas.microsoft.com/office/drawing/2014/main" id="{8FAA366C-9B95-C4AC-AFB3-D196335688B2}"/>
              </a:ext>
            </a:extLst>
          </p:cNvPr>
          <p:cNvSpPr>
            <a:spLocks noGrp="1"/>
          </p:cNvSpPr>
          <p:nvPr>
            <p:ph type="body" idx="1"/>
          </p:nvPr>
        </p:nvSpPr>
        <p:spPr/>
        <p:txBody>
          <a:bodyPr/>
          <a:lstStyle/>
          <a:p>
            <a:pPr marL="342900" indent="-342900">
              <a:buFont typeface="Arial" panose="020B0604020202020204" pitchFamily="34" charset="0"/>
              <a:buChar char="•"/>
            </a:pPr>
            <a:r>
              <a:rPr lang="en-US" sz="2200" b="0" i="0" dirty="0">
                <a:latin typeface="Helvetica" pitchFamily="2" charset="0"/>
                <a:cs typeface="Arial" panose="020B0604020202020204" pitchFamily="34" charset="0"/>
              </a:rPr>
              <a:t>GitHub Agentic workflow sources are markdown files.</a:t>
            </a:r>
          </a:p>
          <a:p>
            <a:pPr marL="342900" indent="-342900">
              <a:buFont typeface="Arial" panose="020B0604020202020204" pitchFamily="34" charset="0"/>
              <a:buChar char="•"/>
            </a:pPr>
            <a:endParaRPr lang="en-US" sz="2200" b="0" i="0" dirty="0">
              <a:latin typeface="Helvetica" pitchFamily="2" charset="0"/>
              <a:cs typeface="Arial" panose="020B0604020202020204" pitchFamily="34" charset="0"/>
            </a:endParaRPr>
          </a:p>
          <a:p>
            <a:pPr marL="342900" indent="-342900">
              <a:buFont typeface="Arial" panose="020B0604020202020204" pitchFamily="34" charset="0"/>
              <a:buChar char="•"/>
            </a:pPr>
            <a:r>
              <a:rPr lang="en-US" sz="2200" b="0" i="0" dirty="0">
                <a:latin typeface="Helvetica" pitchFamily="2" charset="0"/>
                <a:cs typeface="Arial" panose="020B0604020202020204" pitchFamily="34" charset="0"/>
              </a:rPr>
              <a:t>At the top of the file, we define the f</a:t>
            </a:r>
            <a:r>
              <a:rPr lang="en-US" sz="2200" dirty="0">
                <a:latin typeface="Helvetica" pitchFamily="2" charset="0"/>
              </a:rPr>
              <a:t>rontmatter: the configuration block that defines when the workflow runs, what it can access and what it can modify.</a:t>
            </a:r>
          </a:p>
          <a:p>
            <a:pPr marL="799940" lvl="1" indent="-342900">
              <a:buFont typeface="Arial" panose="020B0604020202020204" pitchFamily="34" charset="0"/>
              <a:buChar char="•"/>
            </a:pPr>
            <a:r>
              <a:rPr lang="en-US" sz="2200" dirty="0">
                <a:latin typeface="Helvetica" pitchFamily="2" charset="0"/>
              </a:rPr>
              <a:t>The only </a:t>
            </a:r>
            <a:r>
              <a:rPr lang="en-US" sz="2200" b="1" dirty="0">
                <a:latin typeface="Helvetica" pitchFamily="2" charset="0"/>
              </a:rPr>
              <a:t>required</a:t>
            </a:r>
            <a:r>
              <a:rPr lang="en-US" sz="2200" dirty="0">
                <a:latin typeface="Helvetica" pitchFamily="2" charset="0"/>
              </a:rPr>
              <a:t> field is </a:t>
            </a:r>
            <a:r>
              <a:rPr lang="en-US" sz="2200" b="1" kern="1200" dirty="0">
                <a:solidFill>
                  <a:schemeClr val="tx1"/>
                </a:solidFill>
                <a:latin typeface="Helvetica" pitchFamily="2" charset="0"/>
                <a:ea typeface="+mn-ea"/>
                <a:cs typeface="+mn-cs"/>
              </a:rPr>
              <a:t>on</a:t>
            </a:r>
            <a:r>
              <a:rPr lang="en-US" sz="2200" dirty="0">
                <a:latin typeface="Helvetica" pitchFamily="2" charset="0"/>
              </a:rPr>
              <a:t>, which (just like Action yaml) specifies the trigger event, such as when an issue is opened or a pull request is created.</a:t>
            </a:r>
          </a:p>
          <a:p>
            <a:pPr marL="799940" lvl="1" indent="-342900">
              <a:buFont typeface="Arial" panose="020B0604020202020204" pitchFamily="34" charset="0"/>
              <a:buChar char="•"/>
            </a:pPr>
            <a:r>
              <a:rPr lang="en-US" sz="2200" dirty="0">
                <a:latin typeface="Helvetica" pitchFamily="2" charset="0"/>
              </a:rPr>
              <a:t>Everything else is </a:t>
            </a:r>
            <a:r>
              <a:rPr lang="en-US" sz="2200" b="1" dirty="0">
                <a:latin typeface="Helvetica" pitchFamily="2" charset="0"/>
              </a:rPr>
              <a:t>optional </a:t>
            </a:r>
            <a:r>
              <a:rPr lang="en-US" sz="2200" dirty="0">
                <a:latin typeface="Helvetica" pitchFamily="2" charset="0"/>
              </a:rPr>
              <a:t>and grouped into categories:</a:t>
            </a:r>
          </a:p>
          <a:p>
            <a:pPr marL="1256980" lvl="2" indent="-342900">
              <a:buFont typeface="Arial" panose="020B0604020202020204" pitchFamily="34" charset="0"/>
              <a:buChar char="•"/>
            </a:pPr>
            <a:r>
              <a:rPr lang="en-US" sz="2200" b="1" dirty="0">
                <a:latin typeface="Helvetica" pitchFamily="2" charset="0"/>
              </a:rPr>
              <a:t>AI configuration</a:t>
            </a:r>
            <a:r>
              <a:rPr lang="en-US" sz="2200" dirty="0">
                <a:latin typeface="Helvetica" pitchFamily="2" charset="0"/>
              </a:rPr>
              <a:t> like </a:t>
            </a:r>
            <a:r>
              <a:rPr lang="en-US" sz="2200" kern="1200" dirty="0">
                <a:solidFill>
                  <a:schemeClr val="tx1"/>
                </a:solidFill>
                <a:latin typeface="Helvetica" pitchFamily="2" charset="0"/>
                <a:ea typeface="+mn-ea"/>
                <a:cs typeface="+mn-cs"/>
              </a:rPr>
              <a:t>engine</a:t>
            </a:r>
            <a:r>
              <a:rPr lang="en-US" sz="2200" dirty="0">
                <a:latin typeface="Helvetica" pitchFamily="2" charset="0"/>
              </a:rPr>
              <a:t>, which selects the AI engine to use.</a:t>
            </a:r>
          </a:p>
          <a:p>
            <a:pPr marL="1256980" lvl="2" indent="-342900">
              <a:buFont typeface="Arial" panose="020B0604020202020204" pitchFamily="34" charset="0"/>
              <a:buChar char="•"/>
            </a:pPr>
            <a:r>
              <a:rPr lang="en-US" sz="2200" b="1" dirty="0">
                <a:latin typeface="Helvetica" pitchFamily="2" charset="0"/>
              </a:rPr>
              <a:t>Execution controls</a:t>
            </a:r>
            <a:r>
              <a:rPr lang="en-US" sz="2200" dirty="0">
                <a:latin typeface="Helvetica" pitchFamily="2" charset="0"/>
              </a:rPr>
              <a:t> like </a:t>
            </a:r>
            <a:r>
              <a:rPr lang="en-US" sz="2200" kern="1200" dirty="0">
                <a:solidFill>
                  <a:schemeClr val="tx1"/>
                </a:solidFill>
                <a:latin typeface="Helvetica" pitchFamily="2" charset="0"/>
                <a:ea typeface="+mn-ea"/>
                <a:cs typeface="+mn-cs"/>
              </a:rPr>
              <a:t>jobs</a:t>
            </a:r>
            <a:r>
              <a:rPr lang="en-US" sz="2200" dirty="0">
                <a:latin typeface="Helvetica" pitchFamily="2" charset="0"/>
              </a:rPr>
              <a:t>, </a:t>
            </a:r>
            <a:r>
              <a:rPr lang="en-US" sz="2200" kern="1200" dirty="0">
                <a:solidFill>
                  <a:schemeClr val="tx1"/>
                </a:solidFill>
                <a:latin typeface="Helvetica" pitchFamily="2" charset="0"/>
                <a:ea typeface="+mn-ea"/>
                <a:cs typeface="+mn-cs"/>
              </a:rPr>
              <a:t>if</a:t>
            </a:r>
            <a:r>
              <a:rPr lang="en-US" sz="2200" dirty="0">
                <a:latin typeface="Helvetica" pitchFamily="2" charset="0"/>
              </a:rPr>
              <a:t>, and </a:t>
            </a:r>
            <a:r>
              <a:rPr lang="en-US" sz="2200" kern="1200" dirty="0">
                <a:solidFill>
                  <a:schemeClr val="tx1"/>
                </a:solidFill>
                <a:latin typeface="Helvetica" pitchFamily="2" charset="0"/>
                <a:ea typeface="+mn-ea"/>
                <a:cs typeface="+mn-cs"/>
              </a:rPr>
              <a:t>concurrency</a:t>
            </a:r>
            <a:r>
              <a:rPr lang="en-US" sz="2200" dirty="0">
                <a:latin typeface="Helvetica" pitchFamily="2" charset="0"/>
              </a:rPr>
              <a:t>, which control how the workflow runs.</a:t>
            </a:r>
          </a:p>
          <a:p>
            <a:pPr marL="1256980" lvl="2" indent="-342900">
              <a:buFont typeface="Arial" panose="020B0604020202020204" pitchFamily="34" charset="0"/>
              <a:buChar char="•"/>
            </a:pPr>
            <a:r>
              <a:rPr lang="en-US" sz="2200" b="1" dirty="0">
                <a:latin typeface="Helvetica" pitchFamily="2" charset="0"/>
              </a:rPr>
              <a:t>Capabilities</a:t>
            </a:r>
            <a:r>
              <a:rPr lang="en-US" sz="2200" dirty="0">
                <a:latin typeface="Helvetica" pitchFamily="2" charset="0"/>
              </a:rPr>
              <a:t> like </a:t>
            </a:r>
            <a:r>
              <a:rPr lang="en-US" sz="2200" kern="1200" dirty="0">
                <a:solidFill>
                  <a:schemeClr val="tx1"/>
                </a:solidFill>
                <a:latin typeface="Helvetica" pitchFamily="2" charset="0"/>
                <a:ea typeface="+mn-ea"/>
                <a:cs typeface="+mn-cs"/>
              </a:rPr>
              <a:t>tools</a:t>
            </a:r>
            <a:r>
              <a:rPr lang="en-US" sz="2200" dirty="0">
                <a:latin typeface="Helvetica" pitchFamily="2" charset="0"/>
              </a:rPr>
              <a:t>, </a:t>
            </a:r>
            <a:r>
              <a:rPr lang="en-US" sz="2200" kern="1200" dirty="0">
                <a:solidFill>
                  <a:schemeClr val="tx1"/>
                </a:solidFill>
                <a:latin typeface="Helvetica" pitchFamily="2" charset="0"/>
                <a:ea typeface="+mn-ea"/>
                <a:cs typeface="+mn-cs"/>
              </a:rPr>
              <a:t>imports</a:t>
            </a:r>
            <a:r>
              <a:rPr lang="en-US" sz="2200" dirty="0">
                <a:latin typeface="Helvetica" pitchFamily="2" charset="0"/>
              </a:rPr>
              <a:t>, and </a:t>
            </a:r>
            <a:r>
              <a:rPr lang="en-US" sz="2200" kern="1200" dirty="0">
                <a:solidFill>
                  <a:schemeClr val="tx1"/>
                </a:solidFill>
                <a:latin typeface="Helvetica" pitchFamily="2" charset="0"/>
                <a:ea typeface="+mn-ea"/>
                <a:cs typeface="+mn-cs"/>
              </a:rPr>
              <a:t>env</a:t>
            </a:r>
            <a:r>
              <a:rPr lang="en-US" sz="2200" dirty="0">
                <a:latin typeface="Helvetica" pitchFamily="2" charset="0"/>
              </a:rPr>
              <a:t>, which define what the workflow can use.</a:t>
            </a:r>
          </a:p>
          <a:p>
            <a:pPr marL="1256980" lvl="2" indent="-342900">
              <a:buFont typeface="Arial" panose="020B0604020202020204" pitchFamily="34" charset="0"/>
              <a:buChar char="•"/>
            </a:pPr>
            <a:r>
              <a:rPr lang="en-US" sz="2200" b="1" dirty="0">
                <a:latin typeface="Helvetica" pitchFamily="2" charset="0"/>
              </a:rPr>
              <a:t>Security settings</a:t>
            </a:r>
            <a:r>
              <a:rPr lang="en-US" sz="2200" dirty="0">
                <a:latin typeface="Helvetica" pitchFamily="2" charset="0"/>
              </a:rPr>
              <a:t> like </a:t>
            </a:r>
            <a:r>
              <a:rPr lang="en-US" sz="2200" kern="1200" dirty="0">
                <a:solidFill>
                  <a:schemeClr val="tx1"/>
                </a:solidFill>
                <a:latin typeface="Helvetica" pitchFamily="2" charset="0"/>
                <a:ea typeface="+mn-ea"/>
                <a:cs typeface="+mn-cs"/>
              </a:rPr>
              <a:t>permissions</a:t>
            </a:r>
            <a:r>
              <a:rPr lang="en-US" sz="2200" dirty="0">
                <a:latin typeface="Helvetica" pitchFamily="2" charset="0"/>
              </a:rPr>
              <a:t>, </a:t>
            </a:r>
            <a:r>
              <a:rPr lang="en-US" sz="2200" kern="1200" dirty="0">
                <a:solidFill>
                  <a:schemeClr val="tx1"/>
                </a:solidFill>
                <a:latin typeface="Helvetica" pitchFamily="2" charset="0"/>
                <a:ea typeface="+mn-ea"/>
                <a:cs typeface="+mn-cs"/>
              </a:rPr>
              <a:t>safe-outputs</a:t>
            </a:r>
            <a:r>
              <a:rPr lang="en-US" sz="2200" dirty="0">
                <a:latin typeface="Helvetica" pitchFamily="2" charset="0"/>
              </a:rPr>
              <a:t>, and </a:t>
            </a:r>
            <a:r>
              <a:rPr lang="en-US" sz="2200" kern="1200" dirty="0">
                <a:solidFill>
                  <a:schemeClr val="tx1"/>
                </a:solidFill>
                <a:latin typeface="Helvetica" pitchFamily="2" charset="0"/>
                <a:ea typeface="+mn-ea"/>
                <a:cs typeface="+mn-cs"/>
              </a:rPr>
              <a:t>network</a:t>
            </a:r>
            <a:r>
              <a:rPr lang="en-US" sz="2200" dirty="0">
                <a:latin typeface="Helvetica" pitchFamily="2" charset="0"/>
              </a:rPr>
              <a:t>, which limit what the workflow can read or write.</a:t>
            </a:r>
          </a:p>
          <a:p>
            <a:pPr marL="1256980" lvl="2" indent="-342900">
              <a:buFont typeface="Arial" panose="020B0604020202020204" pitchFamily="34" charset="0"/>
              <a:buChar char="•"/>
            </a:pPr>
            <a:r>
              <a:rPr lang="en-US" sz="2200" b="1" dirty="0">
                <a:latin typeface="Helvetica" pitchFamily="2" charset="0"/>
              </a:rPr>
              <a:t>Runtime settings</a:t>
            </a:r>
            <a:r>
              <a:rPr lang="en-US" sz="2200" dirty="0">
                <a:latin typeface="Helvetica" pitchFamily="2" charset="0"/>
              </a:rPr>
              <a:t> like </a:t>
            </a:r>
            <a:r>
              <a:rPr lang="en-US" sz="2200" kern="1200" dirty="0">
                <a:solidFill>
                  <a:schemeClr val="tx1"/>
                </a:solidFill>
                <a:latin typeface="Helvetica" pitchFamily="2" charset="0"/>
                <a:ea typeface="+mn-ea"/>
                <a:cs typeface="+mn-cs"/>
              </a:rPr>
              <a:t>runs-on</a:t>
            </a:r>
            <a:r>
              <a:rPr lang="en-US" sz="2200" dirty="0">
                <a:latin typeface="Helvetica" pitchFamily="2" charset="0"/>
              </a:rPr>
              <a:t> and </a:t>
            </a:r>
            <a:r>
              <a:rPr lang="en-US" sz="2200" kern="1200" dirty="0">
                <a:solidFill>
                  <a:schemeClr val="tx1"/>
                </a:solidFill>
                <a:latin typeface="Helvetica" pitchFamily="2" charset="0"/>
                <a:ea typeface="+mn-ea"/>
                <a:cs typeface="+mn-cs"/>
              </a:rPr>
              <a:t>timeout-minutes</a:t>
            </a:r>
            <a:r>
              <a:rPr lang="en-US" sz="2200" dirty="0">
                <a:latin typeface="Helvetica" pitchFamily="2" charset="0"/>
              </a:rPr>
              <a:t>, which define where and how long it runs.</a:t>
            </a:r>
          </a:p>
          <a:p>
            <a:pPr marL="799940" lvl="1" indent="-342900">
              <a:buFont typeface="Arial" panose="020B0604020202020204" pitchFamily="34" charset="0"/>
              <a:buChar char="•"/>
            </a:pPr>
            <a:r>
              <a:rPr lang="en-US" sz="2200" dirty="0">
                <a:latin typeface="Helvetica" pitchFamily="2" charset="0"/>
              </a:rPr>
              <a:t>In short, frontmatter makes workflows secure, controlled, and predictable by explicitly defining their behavior and access boundaries.</a:t>
            </a:r>
            <a:br>
              <a:rPr lang="en-US" sz="2200" dirty="0">
                <a:latin typeface="Helvetica" pitchFamily="2" charset="0"/>
              </a:rPr>
            </a:br>
            <a:r>
              <a:rPr lang="en-US" sz="2200" dirty="0">
                <a:latin typeface="Helvetica" pitchFamily="2" charset="0"/>
              </a:rPr>
              <a:t>This is not an exhaustive list, for more, please visit our full frontmatter reference, a great look up (for future reference) to see all possible choices at a glance!</a:t>
            </a:r>
          </a:p>
          <a:p>
            <a:pPr marL="799940" lvl="1" indent="-342900">
              <a:buFont typeface="Arial" panose="020B0604020202020204" pitchFamily="34" charset="0"/>
              <a:buChar char="•"/>
            </a:pPr>
            <a:endParaRPr lang="en-US" sz="2200" dirty="0">
              <a:latin typeface="Helvetica" pitchFamily="2" charset="0"/>
            </a:endParaRPr>
          </a:p>
          <a:p>
            <a:pPr marL="342900" lvl="0" indent="-342900">
              <a:buFont typeface="Arial" panose="020B0604020202020204" pitchFamily="34" charset="0"/>
              <a:buChar char="•"/>
            </a:pPr>
            <a:r>
              <a:rPr lang="en-US" sz="2200" dirty="0">
                <a:latin typeface="Helvetica" pitchFamily="2" charset="0"/>
              </a:rPr>
              <a:t>Let’s look at an example (on RHS) for an “Issue Clarifier” agentic workflow:</a:t>
            </a:r>
          </a:p>
          <a:p>
            <a:pPr marL="799940" lvl="1" indent="-342900">
              <a:buFont typeface="Arial" panose="020B0604020202020204" pitchFamily="34" charset="0"/>
              <a:buChar char="•"/>
            </a:pPr>
            <a:r>
              <a:rPr lang="en-US" sz="2200" b="0" i="0" dirty="0">
                <a:latin typeface="Helvetica" pitchFamily="2" charset="0"/>
                <a:cs typeface="Arial" panose="020B0604020202020204" pitchFamily="34" charset="0"/>
              </a:rPr>
              <a:t>We can see the frontmatter at the top of the file, defining that this workflows will run on opened issues, is read-only by default  (agent) and will safely write by adding a comment to the issue.</a:t>
            </a:r>
            <a:br>
              <a:rPr lang="en-US" sz="2200" b="0" i="0" dirty="0">
                <a:latin typeface="Helvetica" pitchFamily="2" charset="0"/>
                <a:cs typeface="Arial" panose="020B0604020202020204" pitchFamily="34" charset="0"/>
              </a:rPr>
            </a:br>
            <a:endParaRPr lang="en-US" sz="2200" b="0" i="0" dirty="0">
              <a:latin typeface="Helvetica" pitchFamily="2" charset="0"/>
              <a:cs typeface="Arial" panose="020B0604020202020204" pitchFamily="34" charset="0"/>
            </a:endParaRPr>
          </a:p>
          <a:p>
            <a:pPr marL="799940" lvl="1" indent="-342900">
              <a:buFont typeface="Arial" panose="020B0604020202020204" pitchFamily="34" charset="0"/>
              <a:buChar char="•"/>
            </a:pPr>
            <a:r>
              <a:rPr lang="en-US" sz="2200" b="0" i="0" dirty="0">
                <a:latin typeface="Helvetica" pitchFamily="2" charset="0"/>
                <a:cs typeface="Arial" panose="020B0604020202020204" pitchFamily="34" charset="0"/>
              </a:rPr>
              <a:t>But what about defining the agent instructions?</a:t>
            </a:r>
          </a:p>
        </p:txBody>
      </p:sp>
      <p:sp>
        <p:nvSpPr>
          <p:cNvPr id="4" name="Slide Number Placeholder 3">
            <a:extLst>
              <a:ext uri="{FF2B5EF4-FFF2-40B4-BE49-F238E27FC236}">
                <a16:creationId xmlns:a16="http://schemas.microsoft.com/office/drawing/2014/main" id="{33E95359-4280-A91B-F8E0-41CDA3ADB3E8}"/>
              </a:ext>
            </a:extLst>
          </p:cNvPr>
          <p:cNvSpPr>
            <a:spLocks noGrp="1"/>
          </p:cNvSpPr>
          <p:nvPr>
            <p:ph type="sldNum" sz="quarter" idx="5"/>
          </p:nvPr>
        </p:nvSpPr>
        <p:spPr/>
        <p:txBody>
          <a:bodyPr/>
          <a:lstStyle/>
          <a:p>
            <a:fld id="{625C53A8-59A0-4A49-BAB4-A832A26A8EF5}" type="slidenum">
              <a:rPr lang="en-US" smtClean="0"/>
              <a:t>6</a:t>
            </a:fld>
            <a:endParaRPr lang="en-US" dirty="0"/>
          </a:p>
        </p:txBody>
      </p:sp>
    </p:spTree>
    <p:extLst>
      <p:ext uri="{BB962C8B-B14F-4D97-AF65-F5344CB8AC3E}">
        <p14:creationId xmlns:p14="http://schemas.microsoft.com/office/powerpoint/2010/main" val="1229922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59B1F-4CA7-DBA0-E485-C536468D8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08B6E3-52C6-3294-26DA-E5A98339763A}"/>
              </a:ext>
            </a:extLst>
          </p:cNvPr>
          <p:cNvSpPr>
            <a:spLocks noGrp="1" noRot="1" noChangeAspect="1"/>
          </p:cNvSpPr>
          <p:nvPr>
            <p:ph type="sldImg"/>
          </p:nvPr>
        </p:nvSpPr>
        <p:spPr>
          <a:xfrm>
            <a:off x="685800" y="1143000"/>
            <a:ext cx="5486400" cy="3086100"/>
          </a:xfrm>
        </p:spPr>
        <p:txBody>
          <a:bodyPr/>
          <a:lstStyle/>
          <a:p>
            <a:endParaRPr lang="en-US" dirty="0"/>
          </a:p>
        </p:txBody>
      </p:sp>
      <p:sp>
        <p:nvSpPr>
          <p:cNvPr id="3" name="Notes Placeholder 2">
            <a:extLst>
              <a:ext uri="{FF2B5EF4-FFF2-40B4-BE49-F238E27FC236}">
                <a16:creationId xmlns:a16="http://schemas.microsoft.com/office/drawing/2014/main" id="{9F79ACD7-17AA-D740-D701-342DCEEBD5C9}"/>
              </a:ext>
            </a:extLst>
          </p:cNvPr>
          <p:cNvSpPr>
            <a:spLocks noGrp="1"/>
          </p:cNvSpPr>
          <p:nvPr>
            <p:ph type="body" idx="1"/>
          </p:nvPr>
        </p:nvSpPr>
        <p:spPr/>
        <p:txBody>
          <a:bodyPr/>
          <a:lstStyle/>
          <a:p>
            <a:pPr marL="342900" marR="0" lvl="0" indent="-342900" algn="l" defTabSz="91408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b="0" i="0" dirty="0">
                <a:latin typeface="Helvetica" pitchFamily="2" charset="0"/>
                <a:cs typeface="Arial" panose="020B0604020202020204" pitchFamily="34" charset="0"/>
              </a:rPr>
              <a:t>Most agent interfaces we know have text input as prompts, so it feels only natural that we have the same here.</a:t>
            </a:r>
            <a:br>
              <a:rPr lang="en-US" sz="2200" b="0" i="0" dirty="0">
                <a:latin typeface="Helvetica" pitchFamily="2" charset="0"/>
                <a:cs typeface="Arial" panose="020B0604020202020204" pitchFamily="34" charset="0"/>
              </a:rPr>
            </a:br>
            <a:r>
              <a:rPr lang="en-US" sz="2200" b="0" i="0" dirty="0">
                <a:latin typeface="Helvetica" pitchFamily="2" charset="0"/>
                <a:cs typeface="Arial" panose="020B0604020202020204" pitchFamily="34" charset="0"/>
              </a:rPr>
              <a:t>Hence, the rest if the file contains plain markdown, where we declare the AI agent out automation needs as natural language instructions.\</a:t>
            </a:r>
          </a:p>
          <a:p>
            <a:pPr marL="342900" marR="0" lvl="0" indent="-342900" algn="l" defTabSz="91408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200" b="0" i="0" dirty="0">
              <a:latin typeface="Helvetica" pitchFamily="2" charset="0"/>
              <a:cs typeface="Arial" panose="020B0604020202020204" pitchFamily="34" charset="0"/>
            </a:endParaRPr>
          </a:p>
          <a:p>
            <a:pPr marL="342900" marR="0" lvl="0" indent="-342900" algn="l" defTabSz="91408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b="0" i="0" dirty="0">
                <a:latin typeface="Helvetica" pitchFamily="2" charset="0"/>
                <a:cs typeface="Arial" panose="020B0604020202020204" pitchFamily="34" charset="0"/>
              </a:rPr>
              <a:t>The ”Issue Clarifier” workflow (on RHS) shows how easy it is. We simply instructed the agent to analyze the current issue and clarify anything that is unclear.</a:t>
            </a:r>
          </a:p>
          <a:p>
            <a:pPr marL="342900" marR="0" lvl="0" indent="-342900" algn="l" defTabSz="91408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200" b="0" i="0" dirty="0">
              <a:latin typeface="Helvetica" pitchFamily="2" charset="0"/>
              <a:cs typeface="Arial" panose="020B0604020202020204" pitchFamily="34" charset="0"/>
            </a:endParaRPr>
          </a:p>
          <a:p>
            <a:pPr marL="342900" marR="0" lvl="0" indent="-342900" algn="l" defTabSz="91408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b="0" i="0" dirty="0">
                <a:latin typeface="Helvetica" pitchFamily="2" charset="0"/>
                <a:cs typeface="Arial" panose="020B0604020202020204" pitchFamily="34" charset="0"/>
              </a:rPr>
              <a:t>To be executable, we need to compile this markdown with our GitHub Agentic Workflows CLI: </a:t>
            </a:r>
            <a:r>
              <a:rPr lang="en-US" sz="2200" b="0" i="0" dirty="0">
                <a:latin typeface="Helvetica" pitchFamily="2" charset="0"/>
                <a:cs typeface="Consolas" panose="020B0609020204030204" pitchFamily="49" charset="0"/>
              </a:rPr>
              <a:t>gh aw compile</a:t>
            </a:r>
            <a:br>
              <a:rPr lang="en-US" sz="2200" b="0" i="0" dirty="0">
                <a:latin typeface="Helvetica" pitchFamily="2" charset="0"/>
                <a:cs typeface="Consolas" panose="020B0609020204030204" pitchFamily="49" charset="0"/>
              </a:rPr>
            </a:br>
            <a:r>
              <a:rPr lang="en-US" sz="2200" b="0" i="0" dirty="0">
                <a:latin typeface="Helvetica" pitchFamily="2" charset="0"/>
                <a:cs typeface="Consolas" panose="020B0609020204030204" pitchFamily="49" charset="0"/>
              </a:rPr>
              <a:t>Our source markdown file then gets transformed in a regular GitHub Actions yaml with our deterministic compiler and it is thus executable just like any other GitHub Action.</a:t>
            </a:r>
          </a:p>
          <a:p>
            <a:pPr marL="342900" indent="-342900">
              <a:buFont typeface="Arial" panose="020B0604020202020204" pitchFamily="34" charset="0"/>
              <a:buChar char="•"/>
            </a:pPr>
            <a:endParaRPr lang="en-US" sz="2200" b="0" i="0" dirty="0">
              <a:latin typeface="Helvetica" pitchFamily="2" charset="0"/>
              <a:cs typeface="Arial" panose="020B0604020202020204" pitchFamily="34" charset="0"/>
            </a:endParaRPr>
          </a:p>
          <a:p>
            <a:pPr marL="342900" indent="-342900">
              <a:buFont typeface="Arial" panose="020B0604020202020204" pitchFamily="34" charset="0"/>
              <a:buChar char="•"/>
            </a:pPr>
            <a:r>
              <a:rPr lang="en-US" sz="2200" b="0" i="0" dirty="0">
                <a:latin typeface="Helvetica" pitchFamily="2" charset="0"/>
                <a:cs typeface="Arial" panose="020B0604020202020204" pitchFamily="34" charset="0"/>
              </a:rPr>
              <a:t>So now we have the intelligence (agent step) in place and brought into the CI/CD, what capabilities did we unlock that we did not have before?</a:t>
            </a:r>
          </a:p>
        </p:txBody>
      </p:sp>
      <p:sp>
        <p:nvSpPr>
          <p:cNvPr id="4" name="Slide Number Placeholder 3">
            <a:extLst>
              <a:ext uri="{FF2B5EF4-FFF2-40B4-BE49-F238E27FC236}">
                <a16:creationId xmlns:a16="http://schemas.microsoft.com/office/drawing/2014/main" id="{0BF2DEF8-2E86-85FE-AE2A-46483153B31E}"/>
              </a:ext>
            </a:extLst>
          </p:cNvPr>
          <p:cNvSpPr>
            <a:spLocks noGrp="1"/>
          </p:cNvSpPr>
          <p:nvPr>
            <p:ph type="sldNum" sz="quarter" idx="5"/>
          </p:nvPr>
        </p:nvSpPr>
        <p:spPr/>
        <p:txBody>
          <a:bodyPr/>
          <a:lstStyle/>
          <a:p>
            <a:fld id="{625C53A8-59A0-4A49-BAB4-A832A26A8EF5}" type="slidenum">
              <a:rPr lang="en-US" smtClean="0"/>
              <a:t>7</a:t>
            </a:fld>
            <a:endParaRPr lang="en-US" dirty="0"/>
          </a:p>
        </p:txBody>
      </p:sp>
    </p:spTree>
    <p:extLst>
      <p:ext uri="{BB962C8B-B14F-4D97-AF65-F5344CB8AC3E}">
        <p14:creationId xmlns:p14="http://schemas.microsoft.com/office/powerpoint/2010/main" val="582763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AFB0F-7520-7F5B-FA89-7E85CF1E7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9B56BD-13C1-025F-F43C-32CA8B23949A}"/>
              </a:ext>
            </a:extLst>
          </p:cNvPr>
          <p:cNvSpPr>
            <a:spLocks noGrp="1" noRot="1" noChangeAspect="1"/>
          </p:cNvSpPr>
          <p:nvPr>
            <p:ph type="sldImg"/>
          </p:nvPr>
        </p:nvSpPr>
        <p:spPr>
          <a:xfrm>
            <a:off x="685800" y="1143000"/>
            <a:ext cx="5486400" cy="3086100"/>
          </a:xfrm>
        </p:spPr>
        <p:txBody>
          <a:bodyPr/>
          <a:lstStyle/>
          <a:p>
            <a:endParaRPr lang="en-US" dirty="0"/>
          </a:p>
        </p:txBody>
      </p:sp>
      <p:sp>
        <p:nvSpPr>
          <p:cNvPr id="3" name="Notes Placeholder 2">
            <a:extLst>
              <a:ext uri="{FF2B5EF4-FFF2-40B4-BE49-F238E27FC236}">
                <a16:creationId xmlns:a16="http://schemas.microsoft.com/office/drawing/2014/main" id="{96BF8926-2BEC-1C29-A027-E17CC2B0F29A}"/>
              </a:ext>
            </a:extLst>
          </p:cNvPr>
          <p:cNvSpPr>
            <a:spLocks noGrp="1"/>
          </p:cNvSpPr>
          <p:nvPr>
            <p:ph type="body" idx="1"/>
          </p:nvPr>
        </p:nvSpPr>
        <p:spPr/>
        <p:txBody>
          <a:bodyPr/>
          <a:lstStyle/>
          <a:p>
            <a:pPr marL="342900" indent="-342900">
              <a:buFont typeface="Arial" panose="020B0604020202020204" pitchFamily="34" charset="0"/>
              <a:buChar char="•"/>
            </a:pPr>
            <a:r>
              <a:rPr lang="en-US" sz="2200" dirty="0">
                <a:latin typeface="Helvetica" pitchFamily="2" charset="0"/>
              </a:rPr>
              <a:t>With agentic workflows, we bring intelligence into CI/CD:</a:t>
            </a:r>
          </a:p>
          <a:p>
            <a:pPr marL="799940" lvl="1" indent="-342900">
              <a:buFont typeface="Arial" panose="020B0604020202020204" pitchFamily="34" charset="0"/>
              <a:buChar char="•"/>
            </a:pPr>
            <a:r>
              <a:rPr lang="en-US" sz="2200" dirty="0">
                <a:latin typeface="Helvetica" pitchFamily="2" charset="0"/>
              </a:rPr>
              <a:t>Instead of just reacting to predefined triggers, the workflow can understand context. It can read the repository, issues, pull requests, and related discussions to understand what is happening.</a:t>
            </a:r>
          </a:p>
          <a:p>
            <a:pPr marL="799940" lvl="1" indent="-342900">
              <a:buFont typeface="Arial" panose="020B0604020202020204" pitchFamily="34" charset="0"/>
              <a:buChar char="•"/>
            </a:pPr>
            <a:r>
              <a:rPr lang="en-US" sz="2200" dirty="0">
                <a:latin typeface="Helvetica" pitchFamily="2" charset="0"/>
              </a:rPr>
              <a:t>It can then make decisions based on that context, not just simple “if this, then that” conditions. It evaluates the situation and chooses the appropriate action.</a:t>
            </a:r>
          </a:p>
          <a:p>
            <a:pPr marL="799940" lvl="1" indent="-342900">
              <a:buFont typeface="Arial" panose="020B0604020202020204" pitchFamily="34" charset="0"/>
              <a:buChar char="•"/>
            </a:pPr>
            <a:r>
              <a:rPr lang="en-US" sz="2200" dirty="0">
                <a:latin typeface="Helvetica" pitchFamily="2" charset="0"/>
              </a:rPr>
              <a:t>It also stays on course by understanding the bigger concepts, not just GitHub events and it reasons about intent, impact, and completeness.</a:t>
            </a:r>
            <a:br>
              <a:rPr lang="en-US" sz="2200" dirty="0">
                <a:latin typeface="Helvetica" pitchFamily="2" charset="0"/>
              </a:rPr>
            </a:br>
            <a:endParaRPr lang="en-US" sz="2200" dirty="0">
              <a:latin typeface="Helvetica" pitchFamily="2" charset="0"/>
            </a:endParaRPr>
          </a:p>
          <a:p>
            <a:pPr marL="342900" lvl="0" indent="-342900">
              <a:buFont typeface="Arial" panose="020B0604020202020204" pitchFamily="34" charset="0"/>
              <a:buChar char="•"/>
            </a:pPr>
            <a:r>
              <a:rPr lang="en-US" sz="2200" dirty="0">
                <a:latin typeface="Helvetica" pitchFamily="2" charset="0"/>
              </a:rPr>
              <a:t>In short, we’ve made CI/CD become context-aware and decision-capable, rather than purely rule-driven.</a:t>
            </a:r>
          </a:p>
          <a:p>
            <a:pPr marL="342900" lvl="0" indent="-342900">
              <a:buFont typeface="Arial" panose="020B0604020202020204" pitchFamily="34" charset="0"/>
              <a:buChar char="•"/>
            </a:pPr>
            <a:endParaRPr lang="en-US" sz="2200" b="0" i="0" dirty="0">
              <a:latin typeface="Helvetica" pitchFamily="2" charset="0"/>
              <a:cs typeface="Arial" panose="020B0604020202020204" pitchFamily="34" charset="0"/>
            </a:endParaRPr>
          </a:p>
          <a:p>
            <a:pPr marL="342900" lvl="0" indent="-342900">
              <a:buFont typeface="Arial" panose="020B0604020202020204" pitchFamily="34" charset="0"/>
              <a:buChar char="•"/>
            </a:pPr>
            <a:r>
              <a:rPr lang="en-US" sz="2200" b="0" i="0" dirty="0">
                <a:latin typeface="Helvetica" pitchFamily="2" charset="0"/>
                <a:cs typeface="Arial" panose="020B0604020202020204" pitchFamily="34" charset="0"/>
              </a:rPr>
              <a:t>But we’ve done it safely too…</a:t>
            </a:r>
          </a:p>
        </p:txBody>
      </p:sp>
      <p:sp>
        <p:nvSpPr>
          <p:cNvPr id="4" name="Slide Number Placeholder 3">
            <a:extLst>
              <a:ext uri="{FF2B5EF4-FFF2-40B4-BE49-F238E27FC236}">
                <a16:creationId xmlns:a16="http://schemas.microsoft.com/office/drawing/2014/main" id="{BECAEE6B-B6CB-4935-22D2-98F0AFF83BBE}"/>
              </a:ext>
            </a:extLst>
          </p:cNvPr>
          <p:cNvSpPr>
            <a:spLocks noGrp="1"/>
          </p:cNvSpPr>
          <p:nvPr>
            <p:ph type="sldNum" sz="quarter" idx="5"/>
          </p:nvPr>
        </p:nvSpPr>
        <p:spPr/>
        <p:txBody>
          <a:bodyPr/>
          <a:lstStyle/>
          <a:p>
            <a:fld id="{625C53A8-59A0-4A49-BAB4-A832A26A8EF5}" type="slidenum">
              <a:rPr lang="en-US" smtClean="0"/>
              <a:t>8</a:t>
            </a:fld>
            <a:endParaRPr lang="en-US" dirty="0"/>
          </a:p>
        </p:txBody>
      </p:sp>
    </p:spTree>
    <p:extLst>
      <p:ext uri="{BB962C8B-B14F-4D97-AF65-F5344CB8AC3E}">
        <p14:creationId xmlns:p14="http://schemas.microsoft.com/office/powerpoint/2010/main" val="1514881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FB9DC-631F-5D00-80CE-3EA8EAEB5E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12A46-6DEF-80EF-C7C1-6B95211DD0AB}"/>
              </a:ext>
            </a:extLst>
          </p:cNvPr>
          <p:cNvSpPr>
            <a:spLocks noGrp="1" noRot="1" noChangeAspect="1"/>
          </p:cNvSpPr>
          <p:nvPr>
            <p:ph type="sldImg"/>
          </p:nvPr>
        </p:nvSpPr>
        <p:spPr>
          <a:xfrm>
            <a:off x="685800" y="1143000"/>
            <a:ext cx="5486400" cy="3086100"/>
          </a:xfrm>
        </p:spPr>
        <p:txBody>
          <a:bodyPr/>
          <a:lstStyle/>
          <a:p>
            <a:endParaRPr lang="en-US" dirty="0"/>
          </a:p>
        </p:txBody>
      </p:sp>
      <p:sp>
        <p:nvSpPr>
          <p:cNvPr id="3" name="Notes Placeholder 2">
            <a:extLst>
              <a:ext uri="{FF2B5EF4-FFF2-40B4-BE49-F238E27FC236}">
                <a16:creationId xmlns:a16="http://schemas.microsoft.com/office/drawing/2014/main" id="{DD476F23-7727-8D67-DC78-0C2C5DE3C087}"/>
              </a:ext>
            </a:extLst>
          </p:cNvPr>
          <p:cNvSpPr>
            <a:spLocks noGrp="1"/>
          </p:cNvSpPr>
          <p:nvPr>
            <p:ph type="body" idx="1"/>
          </p:nvPr>
        </p:nvSpPr>
        <p:spPr/>
        <p:txBody>
          <a:bodyPr/>
          <a:lstStyle/>
          <a:p>
            <a:pPr marL="342900" indent="-342900">
              <a:buFont typeface="Arial" panose="020B0604020202020204" pitchFamily="34" charset="0"/>
              <a:buChar char="•"/>
            </a:pPr>
            <a:r>
              <a:rPr lang="en-US" sz="2200" dirty="0">
                <a:latin typeface="Helvetica" pitchFamily="2" charset="0"/>
              </a:rPr>
              <a:t>Agentic workflows have been built with security as a priority (from day 1):</a:t>
            </a:r>
          </a:p>
          <a:p>
            <a:pPr marL="799940" lvl="1" indent="-342900">
              <a:buFont typeface="Arial" panose="020B0604020202020204" pitchFamily="34" charset="0"/>
              <a:buChar char="•"/>
            </a:pPr>
            <a:r>
              <a:rPr lang="en-US" sz="2200" dirty="0">
                <a:latin typeface="Helvetica" pitchFamily="2" charset="0"/>
              </a:rPr>
              <a:t>The agent runs with </a:t>
            </a:r>
            <a:r>
              <a:rPr lang="en-US" sz="2200" b="1" dirty="0">
                <a:latin typeface="Helvetica" pitchFamily="2" charset="0"/>
              </a:rPr>
              <a:t>read-only permissions</a:t>
            </a:r>
            <a:r>
              <a:rPr lang="en-US" sz="2200" dirty="0">
                <a:latin typeface="Helvetica" pitchFamily="2" charset="0"/>
              </a:rPr>
              <a:t> and does not directly make changes. Instead, it proposes actions based on what it understands.</a:t>
            </a:r>
          </a:p>
          <a:p>
            <a:pPr marL="799940" lvl="1" indent="-342900">
              <a:buFont typeface="Arial" panose="020B0604020202020204" pitchFamily="34" charset="0"/>
              <a:buChar char="•"/>
            </a:pPr>
            <a:r>
              <a:rPr lang="en-US" sz="2200" dirty="0">
                <a:latin typeface="Helvetica" pitchFamily="2" charset="0"/>
              </a:rPr>
              <a:t>Before anything happens, a </a:t>
            </a:r>
            <a:r>
              <a:rPr lang="en-US" sz="2200" b="1" dirty="0">
                <a:latin typeface="Helvetica" pitchFamily="2" charset="0"/>
              </a:rPr>
              <a:t>threat detection analysis</a:t>
            </a:r>
            <a:r>
              <a:rPr lang="en-US" sz="2200" dirty="0">
                <a:latin typeface="Helvetica" pitchFamily="2" charset="0"/>
              </a:rPr>
              <a:t> scans the agent’s output for potential security issues. This ensures the agent’s suggestions are safe before they are executed.</a:t>
            </a:r>
          </a:p>
          <a:p>
            <a:pPr marL="799940" lvl="1" indent="-342900">
              <a:buFont typeface="Arial" panose="020B0604020202020204" pitchFamily="34" charset="0"/>
              <a:buChar char="•"/>
            </a:pPr>
            <a:r>
              <a:rPr lang="en-US" sz="2200" dirty="0">
                <a:latin typeface="Helvetica" pitchFamily="2" charset="0"/>
              </a:rPr>
              <a:t>Proposed actions are then executed only in </a:t>
            </a:r>
            <a:r>
              <a:rPr lang="en-US" sz="2200" b="1" dirty="0">
                <a:latin typeface="Helvetica" pitchFamily="2" charset="0"/>
              </a:rPr>
              <a:t>isolated containers</a:t>
            </a:r>
            <a:r>
              <a:rPr lang="en-US" sz="2200" dirty="0">
                <a:latin typeface="Helvetica" pitchFamily="2" charset="0"/>
              </a:rPr>
              <a:t> using the safe outputs mechanism. This means that even if something goes wrong, it cannot affect the rest of the system.</a:t>
            </a:r>
          </a:p>
          <a:p>
            <a:pPr marL="799940" lvl="1" indent="-342900">
              <a:buFont typeface="Arial" panose="020B0604020202020204" pitchFamily="34" charset="0"/>
              <a:buChar char="•"/>
            </a:pPr>
            <a:endParaRPr lang="en-US" sz="2200" dirty="0">
              <a:latin typeface="Helvetica" pitchFamily="2" charset="0"/>
            </a:endParaRPr>
          </a:p>
          <a:p>
            <a:pPr marL="342900" lvl="0" indent="-342900">
              <a:buFont typeface="Arial" panose="020B0604020202020204" pitchFamily="34" charset="0"/>
              <a:buChar char="•"/>
            </a:pPr>
            <a:r>
              <a:rPr lang="en-US" sz="2200" dirty="0">
                <a:latin typeface="Helvetica" pitchFamily="2" charset="0"/>
              </a:rPr>
              <a:t>In short, the workflow separates understanding, detection, and execution so that intelligence is safe and controlled.</a:t>
            </a:r>
          </a:p>
          <a:p>
            <a:pPr marL="342900" lvl="0" indent="-342900">
              <a:buFont typeface="Arial" panose="020B0604020202020204" pitchFamily="34" charset="0"/>
              <a:buChar char="•"/>
            </a:pPr>
            <a:r>
              <a:rPr lang="en-US" sz="2200" dirty="0">
                <a:latin typeface="Helvetica" pitchFamily="2" charset="0"/>
              </a:rPr>
              <a:t>For more details, you can read about the full security architecture in our reference documentation.</a:t>
            </a:r>
          </a:p>
          <a:p>
            <a:pPr marL="342900" lvl="0" indent="-342900">
              <a:buFont typeface="Arial" panose="020B0604020202020204" pitchFamily="34" charset="0"/>
              <a:buChar char="•"/>
            </a:pPr>
            <a:endParaRPr lang="en-US" sz="2200" dirty="0">
              <a:latin typeface="Helvetica" pitchFamily="2" charset="0"/>
            </a:endParaRPr>
          </a:p>
          <a:p>
            <a:pPr marL="342900" lvl="0" indent="-342900">
              <a:buFont typeface="Arial" panose="020B0604020202020204" pitchFamily="34" charset="0"/>
              <a:buChar char="•"/>
            </a:pPr>
            <a:r>
              <a:rPr lang="en-US" sz="2200" dirty="0">
                <a:latin typeface="Helvetica" pitchFamily="2" charset="0"/>
              </a:rPr>
              <a:t>So now you know what an agentic workflow is, what it enables us to do. But we don’t just want to share the technology itself but also some learnings that we’ve derived from it and common patterns that we discovered by dog-fooding on ourselves excessively (really pushing the boundaries) and from working with design partners along the way…</a:t>
            </a:r>
            <a:endParaRPr lang="en-US" sz="2200" b="0" i="0" dirty="0">
              <a:latin typeface="Helvetica" pitchFamily="2" charset="0"/>
              <a:cs typeface="Arial" panose="020B0604020202020204" pitchFamily="34" charset="0"/>
            </a:endParaRPr>
          </a:p>
        </p:txBody>
      </p:sp>
      <p:sp>
        <p:nvSpPr>
          <p:cNvPr id="4" name="Slide Number Placeholder 3">
            <a:extLst>
              <a:ext uri="{FF2B5EF4-FFF2-40B4-BE49-F238E27FC236}">
                <a16:creationId xmlns:a16="http://schemas.microsoft.com/office/drawing/2014/main" id="{22617451-902F-E6FA-AEF7-CD417F4C4C8C}"/>
              </a:ext>
            </a:extLst>
          </p:cNvPr>
          <p:cNvSpPr>
            <a:spLocks noGrp="1"/>
          </p:cNvSpPr>
          <p:nvPr>
            <p:ph type="sldNum" sz="quarter" idx="5"/>
          </p:nvPr>
        </p:nvSpPr>
        <p:spPr/>
        <p:txBody>
          <a:bodyPr/>
          <a:lstStyle/>
          <a:p>
            <a:fld id="{625C53A8-59A0-4A49-BAB4-A832A26A8EF5}" type="slidenum">
              <a:rPr lang="en-US" smtClean="0"/>
              <a:t>9</a:t>
            </a:fld>
            <a:endParaRPr lang="en-US" dirty="0"/>
          </a:p>
        </p:txBody>
      </p:sp>
    </p:spTree>
    <p:extLst>
      <p:ext uri="{BB962C8B-B14F-4D97-AF65-F5344CB8AC3E}">
        <p14:creationId xmlns:p14="http://schemas.microsoft.com/office/powerpoint/2010/main" val="3540674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03B3C-A093-23A1-8B83-A1F8C2C80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579CCF-F83E-9026-A243-1AB6AE247F16}"/>
              </a:ext>
            </a:extLst>
          </p:cNvPr>
          <p:cNvSpPr>
            <a:spLocks noGrp="1" noRot="1" noChangeAspect="1"/>
          </p:cNvSpPr>
          <p:nvPr>
            <p:ph type="sldImg"/>
          </p:nvPr>
        </p:nvSpPr>
        <p:spPr>
          <a:xfrm>
            <a:off x="685800" y="1143000"/>
            <a:ext cx="5486400" cy="3086100"/>
          </a:xfrm>
        </p:spPr>
        <p:txBody>
          <a:bodyPr/>
          <a:lstStyle/>
          <a:p>
            <a:endParaRPr lang="en-US" dirty="0"/>
          </a:p>
        </p:txBody>
      </p:sp>
      <p:sp>
        <p:nvSpPr>
          <p:cNvPr id="3" name="Notes Placeholder 2">
            <a:extLst>
              <a:ext uri="{FF2B5EF4-FFF2-40B4-BE49-F238E27FC236}">
                <a16:creationId xmlns:a16="http://schemas.microsoft.com/office/drawing/2014/main" id="{4A4707D7-2A8A-E3D2-7A3C-FFFB8D603895}"/>
              </a:ext>
            </a:extLst>
          </p:cNvPr>
          <p:cNvSpPr>
            <a:spLocks noGrp="1"/>
          </p:cNvSpPr>
          <p:nvPr>
            <p:ph type="body" idx="1"/>
          </p:nvPr>
        </p:nvSpPr>
        <p:spPr/>
        <p:txBody>
          <a:bodyPr/>
          <a:lstStyle/>
          <a:p>
            <a:pPr marL="342900" indent="-342900">
              <a:buFont typeface="Arial" panose="020B0604020202020204" pitchFamily="34" charset="0"/>
              <a:buChar char="•"/>
            </a:pPr>
            <a:r>
              <a:rPr lang="en-US" sz="2200" b="0" i="0" dirty="0">
                <a:latin typeface="Helvetica" pitchFamily="2" charset="0"/>
                <a:cs typeface="Arial" panose="020B0604020202020204" pitchFamily="34" charset="0"/>
              </a:rPr>
              <a:t>All of this led us to a series of design patterns which we’ve observed repeatedly so we documented them for you!</a:t>
            </a:r>
          </a:p>
          <a:p>
            <a:pPr marL="342900" indent="-342900">
              <a:buFont typeface="Arial" panose="020B0604020202020204" pitchFamily="34" charset="0"/>
              <a:buChar char="•"/>
            </a:pPr>
            <a:endParaRPr lang="en-US" sz="2200" b="0" i="0" dirty="0">
              <a:latin typeface="Helvetica" pitchFamily="2" charset="0"/>
              <a:cs typeface="Arial" panose="020B0604020202020204" pitchFamily="34" charset="0"/>
            </a:endParaRPr>
          </a:p>
          <a:p>
            <a:pPr marL="342900" indent="-342900">
              <a:buFont typeface="Arial" panose="020B0604020202020204" pitchFamily="34" charset="0"/>
              <a:buChar char="•"/>
            </a:pPr>
            <a:r>
              <a:rPr lang="en-US" sz="2200" b="0" i="0" dirty="0">
                <a:latin typeface="Helvetica" pitchFamily="2" charset="0"/>
                <a:cs typeface="Arial" panose="020B0604020202020204" pitchFamily="34" charset="0"/>
              </a:rPr>
              <a:t>Seeing this evolve, we believe that </a:t>
            </a:r>
            <a:r>
              <a:rPr lang="en-US" sz="2200" dirty="0">
                <a:latin typeface="Helvetica" pitchFamily="2" charset="0"/>
              </a:rPr>
              <a:t>Agentic Workflows are the building blocks of Continuous AI. The key shift is that AI is no longer used on demand as a one-off assistant — it operates continuously inside your software lifecycle. Instead of waiting for someone to manually trigger it, Continuous AI reacts in real time to issues, pull requests, and comments to triage, clarify, and guide discussions. It doesn’t just execute predefined rules; it understands context and makes informed decisions.</a:t>
            </a:r>
          </a:p>
          <a:p>
            <a:pPr marL="342900" indent="-342900">
              <a:buFont typeface="Arial" panose="020B0604020202020204" pitchFamily="34" charset="0"/>
              <a:buChar char="•"/>
            </a:pPr>
            <a:r>
              <a:rPr lang="en-US" sz="2200" dirty="0">
                <a:latin typeface="Helvetica" pitchFamily="2" charset="0"/>
              </a:rPr>
              <a:t>It also drives continuous improvement by running on schedules — analyzing code, identifying risks, suggesting enhancements, and applying incremental upgrades automatically. Beyond reactive and scheduled tasks, it provides insight and governance. It can analyze repository and project data, detect trends, surface risks, and automatically update project state to keep teams aligned.</a:t>
            </a:r>
          </a:p>
          <a:p>
            <a:pPr marL="342900" indent="-342900">
              <a:buFont typeface="Arial" panose="020B0604020202020204" pitchFamily="34" charset="0"/>
              <a:buChar char="•"/>
            </a:pPr>
            <a:r>
              <a:rPr lang="en-US" sz="2200" dirty="0">
                <a:latin typeface="Helvetica" pitchFamily="2" charset="0"/>
              </a:rPr>
              <a:t>At scale, it enables orchestration across multiple repositories with centralized oversight, coordinating work across systems rather than operating in isolation.</a:t>
            </a:r>
          </a:p>
          <a:p>
            <a:pPr marL="342900" indent="-342900">
              <a:buFont typeface="Arial" panose="020B0604020202020204" pitchFamily="34" charset="0"/>
              <a:buChar char="•"/>
            </a:pPr>
            <a:r>
              <a:rPr lang="en-US" sz="2200" dirty="0">
                <a:latin typeface="Helvetica" pitchFamily="2" charset="0"/>
              </a:rPr>
              <a:t>In short, Agentic Workflows are the execution layer, and Continuous AI is the broader vision: intelligent systems embedded directly into CI/CD — always observing, reasoning, and improving, not just responding when prompted.</a:t>
            </a:r>
          </a:p>
          <a:p>
            <a:pPr marL="342900" indent="-342900">
              <a:buFont typeface="Arial" panose="020B0604020202020204" pitchFamily="34" charset="0"/>
              <a:buChar char="•"/>
            </a:pPr>
            <a:endParaRPr lang="en-US" sz="2200" dirty="0">
              <a:latin typeface="Helvetica" pitchFamily="2" charset="0"/>
            </a:endParaRPr>
          </a:p>
          <a:p>
            <a:pPr marL="342900" indent="-342900">
              <a:buFont typeface="Arial" panose="020B0604020202020204" pitchFamily="34" charset="0"/>
              <a:buChar char="•"/>
            </a:pPr>
            <a:r>
              <a:rPr lang="en-US" sz="2200" dirty="0">
                <a:latin typeface="Helvetica" pitchFamily="2" charset="0"/>
              </a:rPr>
              <a:t>Excited to get started?</a:t>
            </a:r>
            <a:endParaRPr lang="en-US" sz="2200" b="0" i="0" dirty="0">
              <a:latin typeface="Helvetica" pitchFamily="2" charset="0"/>
              <a:cs typeface="Arial" panose="020B0604020202020204" pitchFamily="34" charset="0"/>
            </a:endParaRPr>
          </a:p>
        </p:txBody>
      </p:sp>
      <p:sp>
        <p:nvSpPr>
          <p:cNvPr id="4" name="Slide Number Placeholder 3">
            <a:extLst>
              <a:ext uri="{FF2B5EF4-FFF2-40B4-BE49-F238E27FC236}">
                <a16:creationId xmlns:a16="http://schemas.microsoft.com/office/drawing/2014/main" id="{340ED99A-9D4E-E46D-8AFA-9828409EF7CD}"/>
              </a:ext>
            </a:extLst>
          </p:cNvPr>
          <p:cNvSpPr>
            <a:spLocks noGrp="1"/>
          </p:cNvSpPr>
          <p:nvPr>
            <p:ph type="sldNum" sz="quarter" idx="5"/>
          </p:nvPr>
        </p:nvSpPr>
        <p:spPr/>
        <p:txBody>
          <a:bodyPr/>
          <a:lstStyle/>
          <a:p>
            <a:fld id="{625C53A8-59A0-4A49-BAB4-A832A26A8EF5}" type="slidenum">
              <a:rPr lang="en-US" smtClean="0"/>
              <a:t>10</a:t>
            </a:fld>
            <a:endParaRPr lang="en-US" dirty="0"/>
          </a:p>
        </p:txBody>
      </p:sp>
    </p:spTree>
    <p:extLst>
      <p:ext uri="{BB962C8B-B14F-4D97-AF65-F5344CB8AC3E}">
        <p14:creationId xmlns:p14="http://schemas.microsoft.com/office/powerpoint/2010/main" val="3437888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94758-84FC-CF99-AA67-9F4C533C3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43363F-C748-6FBC-DA78-4786F4CD6FC7}"/>
              </a:ext>
            </a:extLst>
          </p:cNvPr>
          <p:cNvSpPr>
            <a:spLocks noGrp="1" noRot="1" noChangeAspect="1"/>
          </p:cNvSpPr>
          <p:nvPr>
            <p:ph type="sldImg"/>
          </p:nvPr>
        </p:nvSpPr>
        <p:spPr>
          <a:xfrm>
            <a:off x="685800" y="1143000"/>
            <a:ext cx="5486400" cy="3086100"/>
          </a:xfrm>
        </p:spPr>
        <p:txBody>
          <a:bodyPr/>
          <a:lstStyle/>
          <a:p>
            <a:endParaRPr lang="en-US" dirty="0"/>
          </a:p>
        </p:txBody>
      </p:sp>
      <p:sp>
        <p:nvSpPr>
          <p:cNvPr id="3" name="Notes Placeholder 2">
            <a:extLst>
              <a:ext uri="{FF2B5EF4-FFF2-40B4-BE49-F238E27FC236}">
                <a16:creationId xmlns:a16="http://schemas.microsoft.com/office/drawing/2014/main" id="{719DB075-9621-379D-AA32-774761A5710E}"/>
              </a:ext>
            </a:extLst>
          </p:cNvPr>
          <p:cNvSpPr>
            <a:spLocks noGrp="1"/>
          </p:cNvSpPr>
          <p:nvPr>
            <p:ph type="body" idx="1"/>
          </p:nvPr>
        </p:nvSpPr>
        <p:spPr/>
        <p:txBody>
          <a:bodyPr/>
          <a:lstStyle/>
          <a:p>
            <a:pPr marL="342900" indent="-342900">
              <a:buFont typeface="Arial" panose="020B0604020202020204" pitchFamily="34" charset="0"/>
              <a:buChar char="•"/>
            </a:pPr>
            <a:r>
              <a:rPr lang="en-US" sz="2200" dirty="0">
                <a:latin typeface="Helvetica" pitchFamily="2" charset="0"/>
              </a:rPr>
              <a:t>If you’re looking for practical examples, explore our </a:t>
            </a:r>
            <a:r>
              <a:rPr lang="en-US" sz="2200" b="1" dirty="0">
                <a:latin typeface="Helvetica" pitchFamily="2" charset="0"/>
              </a:rPr>
              <a:t>Agentics collection</a:t>
            </a:r>
            <a:r>
              <a:rPr lang="en-US" sz="2200" b="0" dirty="0">
                <a:latin typeface="Helvetica" pitchFamily="2" charset="0"/>
              </a:rPr>
              <a:t>:</a:t>
            </a:r>
            <a:br>
              <a:rPr lang="en-US" sz="2200" dirty="0">
                <a:latin typeface="Helvetica" pitchFamily="2" charset="0"/>
              </a:rPr>
            </a:br>
            <a:r>
              <a:rPr lang="en-US" sz="2200" dirty="0">
                <a:latin typeface="Helvetica" pitchFamily="2" charset="0"/>
              </a:rPr>
              <a:t>This repository showcases real patterns and implementations of agentic workflows in action. It demonstrates how AI can be embedded into CI/CD to handle triage, automation, governance, and orchestration use cases.</a:t>
            </a:r>
          </a:p>
          <a:p>
            <a:pPr marL="342900" indent="-342900">
              <a:buFont typeface="Arial" panose="020B0604020202020204" pitchFamily="34" charset="0"/>
              <a:buChar char="•"/>
            </a:pPr>
            <a:r>
              <a:rPr lang="en-US" sz="2200" dirty="0">
                <a:latin typeface="Helvetica" pitchFamily="2" charset="0"/>
              </a:rPr>
              <a:t>Think of it as a design pattern library for Continuous AI. It provides </a:t>
            </a:r>
            <a:r>
              <a:rPr lang="en-US" sz="2200" b="1" dirty="0">
                <a:latin typeface="Helvetica" pitchFamily="2" charset="0"/>
              </a:rPr>
              <a:t>inspiration, reference architectures, and concrete starting points </a:t>
            </a:r>
            <a:r>
              <a:rPr lang="en-US" sz="2200" dirty="0">
                <a:latin typeface="Helvetica" pitchFamily="2" charset="0"/>
              </a:rPr>
              <a:t>you can adapt to your own repositories.</a:t>
            </a:r>
          </a:p>
          <a:p>
            <a:pPr marL="342900" indent="-342900">
              <a:buFont typeface="Arial" panose="020B0604020202020204" pitchFamily="34" charset="0"/>
              <a:buChar char="•"/>
            </a:pPr>
            <a:r>
              <a:rPr lang="en-US" sz="2200" dirty="0">
                <a:latin typeface="Helvetica" pitchFamily="2" charset="0"/>
              </a:rPr>
              <a:t>Rather than starting from scratch, you can explore proven approaches and see how agentic workflows are structured in real scenarios.</a:t>
            </a:r>
          </a:p>
          <a:p>
            <a:pPr marL="342900" indent="-342900">
              <a:buFont typeface="Arial" panose="020B0604020202020204" pitchFamily="34" charset="0"/>
              <a:buChar char="•"/>
            </a:pPr>
            <a:endParaRPr lang="en-US" sz="2200" dirty="0">
              <a:latin typeface="Helvetica" pitchFamily="2" charset="0"/>
            </a:endParaRPr>
          </a:p>
          <a:p>
            <a:pPr marL="342900" indent="-342900">
              <a:buFont typeface="Arial" panose="020B0604020202020204" pitchFamily="34" charset="0"/>
              <a:buChar char="•"/>
            </a:pPr>
            <a:r>
              <a:rPr lang="en-US" sz="2200" dirty="0">
                <a:latin typeface="Helvetica" pitchFamily="2" charset="0"/>
              </a:rPr>
              <a:t>Speaking of real scenarios, let’s move onto the demos to see GitHub Agentic workflows in action! </a:t>
            </a:r>
          </a:p>
          <a:p>
            <a:pPr marL="342900" indent="-342900">
              <a:buFont typeface="Arial" panose="020B0604020202020204" pitchFamily="34" charset="0"/>
              <a:buChar char="•"/>
            </a:pPr>
            <a:endParaRPr lang="en-US" sz="2200" b="0" i="0" dirty="0">
              <a:latin typeface="Helvetica" pitchFamily="2" charset="0"/>
              <a:cs typeface="Arial" panose="020B0604020202020204" pitchFamily="34" charset="0"/>
            </a:endParaRPr>
          </a:p>
        </p:txBody>
      </p:sp>
      <p:sp>
        <p:nvSpPr>
          <p:cNvPr id="4" name="Slide Number Placeholder 3">
            <a:extLst>
              <a:ext uri="{FF2B5EF4-FFF2-40B4-BE49-F238E27FC236}">
                <a16:creationId xmlns:a16="http://schemas.microsoft.com/office/drawing/2014/main" id="{AF024C88-40E6-0805-BEEE-88A5B156401D}"/>
              </a:ext>
            </a:extLst>
          </p:cNvPr>
          <p:cNvSpPr>
            <a:spLocks noGrp="1"/>
          </p:cNvSpPr>
          <p:nvPr>
            <p:ph type="sldNum" sz="quarter" idx="5"/>
          </p:nvPr>
        </p:nvSpPr>
        <p:spPr/>
        <p:txBody>
          <a:bodyPr/>
          <a:lstStyle/>
          <a:p>
            <a:fld id="{625C53A8-59A0-4A49-BAB4-A832A26A8EF5}" type="slidenum">
              <a:rPr lang="en-US" smtClean="0"/>
              <a:t>11</a:t>
            </a:fld>
            <a:endParaRPr lang="en-US" dirty="0"/>
          </a:p>
        </p:txBody>
      </p:sp>
    </p:spTree>
    <p:extLst>
      <p:ext uri="{BB962C8B-B14F-4D97-AF65-F5344CB8AC3E}">
        <p14:creationId xmlns:p14="http://schemas.microsoft.com/office/powerpoint/2010/main" val="2931317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F1B-1B67-FC89-FCEC-B33905AB3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234AD-2D5B-5BA5-C7BA-BF6CCA61EA89}"/>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F29AC93A-5A04-752F-5F69-DB90170D64E3}"/>
              </a:ext>
            </a:extLst>
          </p:cNvPr>
          <p:cNvSpPr>
            <a:spLocks noGrp="1"/>
          </p:cNvSpPr>
          <p:nvPr>
            <p:ph type="body" idx="1"/>
          </p:nvPr>
        </p:nvSpPr>
        <p:spPr/>
        <p:txBody>
          <a:bodyPr/>
          <a:lstStyle/>
          <a:p>
            <a:r>
              <a:rPr lang="en-US" dirty="0"/>
              <a:t>Demos:</a:t>
            </a:r>
          </a:p>
          <a:p>
            <a:endParaRPr lang="en-US" dirty="0"/>
          </a:p>
          <a:p>
            <a:r>
              <a:rPr lang="en-US" dirty="0"/>
              <a:t>(1) Installing our CLI and </a:t>
            </a:r>
            <a:r>
              <a:rPr lang="en-US" sz="1200" b="0" i="0" kern="1200" dirty="0">
                <a:solidFill>
                  <a:schemeClr val="tx1"/>
                </a:solidFill>
                <a:effectLst/>
                <a:latin typeface="+mn-lt"/>
                <a:ea typeface="+mn-ea"/>
                <a:cs typeface="+mn-cs"/>
              </a:rPr>
              <a:t>adding an Agentic Workflow (“Daily Repo Status”) to your repo from the Agentics collection.</a:t>
            </a:r>
          </a:p>
          <a:p>
            <a:r>
              <a:rPr lang="en-US" dirty="0"/>
              <a:t>     (Like https://github.github.com/gh-aw/setup/quick-start/#adding-an-automated-daily-status-workflow-to-your-repo)</a:t>
            </a:r>
          </a:p>
          <a:p>
            <a:endParaRPr lang="en-US" dirty="0"/>
          </a:p>
          <a:p>
            <a:r>
              <a:rPr lang="en-US" dirty="0"/>
              <a:t>(2) Creating </a:t>
            </a:r>
            <a:r>
              <a:rPr lang="en-US" sz="1200" b="0" i="0" kern="1200" dirty="0">
                <a:solidFill>
                  <a:schemeClr val="tx1"/>
                </a:solidFill>
                <a:effectLst/>
                <a:latin typeface="+mn-lt"/>
                <a:ea typeface="+mn-ea"/>
                <a:cs typeface="+mn-cs"/>
              </a:rPr>
              <a:t>and editing Agentic Workflows directly from the web interface (via the agentic prompting experience).</a:t>
            </a:r>
            <a:endParaRPr lang="en-US" dirty="0"/>
          </a:p>
          <a:p>
            <a:r>
              <a:rPr lang="en-US" dirty="0"/>
              <a:t>     (Like https://github.github.com/gh-aw/setup/creating-workflows/#github-web-interface)</a:t>
            </a:r>
          </a:p>
          <a:p>
            <a:endParaRPr lang="en-US" dirty="0"/>
          </a:p>
          <a:p>
            <a:pPr marL="0" marR="0" lvl="0" indent="0" algn="l" defTabSz="914080" rtl="0" eaLnBrk="1" fontAlgn="auto" latinLnBrk="0" hangingPunct="1">
              <a:lnSpc>
                <a:spcPct val="100000"/>
              </a:lnSpc>
              <a:spcBef>
                <a:spcPts val="0"/>
              </a:spcBef>
              <a:spcAft>
                <a:spcPts val="0"/>
              </a:spcAft>
              <a:buClrTx/>
              <a:buSzTx/>
              <a:buFontTx/>
              <a:buNone/>
              <a:tabLst/>
              <a:defRPr/>
            </a:pPr>
            <a:r>
              <a:rPr lang="en-US" dirty="0"/>
              <a:t>(3) Real use case to meet enterprise demand: Rollout of an </a:t>
            </a:r>
            <a:r>
              <a:rPr lang="en-US" sz="1200" b="0" i="0" kern="1200" dirty="0">
                <a:solidFill>
                  <a:schemeClr val="tx1"/>
                </a:solidFill>
                <a:effectLst/>
                <a:latin typeface="+mn-lt"/>
                <a:ea typeface="+mn-ea"/>
                <a:cs typeface="+mn-cs"/>
              </a:rPr>
              <a:t>intelligent dependabot configuration across an entire org at scale.</a:t>
            </a:r>
          </a:p>
          <a:p>
            <a:endParaRPr lang="en-US" dirty="0"/>
          </a:p>
        </p:txBody>
      </p:sp>
      <p:sp>
        <p:nvSpPr>
          <p:cNvPr id="4" name="Slide Number Placeholder 3">
            <a:extLst>
              <a:ext uri="{FF2B5EF4-FFF2-40B4-BE49-F238E27FC236}">
                <a16:creationId xmlns:a16="http://schemas.microsoft.com/office/drawing/2014/main" id="{A1CC61BA-CEAD-F48B-50B3-2BB53CBFE872}"/>
              </a:ext>
            </a:extLst>
          </p:cNvPr>
          <p:cNvSpPr>
            <a:spLocks noGrp="1"/>
          </p:cNvSpPr>
          <p:nvPr>
            <p:ph type="sldNum" sz="quarter" idx="5"/>
          </p:nvPr>
        </p:nvSpPr>
        <p:spPr/>
        <p:txBody>
          <a:bodyPr/>
          <a:lstStyle/>
          <a:p>
            <a:fld id="{625C53A8-59A0-4A49-BAB4-A832A26A8EF5}" type="slidenum">
              <a:rPr lang="en-US" smtClean="0"/>
              <a:t>12</a:t>
            </a:fld>
            <a:endParaRPr lang="en-US"/>
          </a:p>
        </p:txBody>
      </p:sp>
    </p:spTree>
    <p:extLst>
      <p:ext uri="{BB962C8B-B14F-4D97-AF65-F5344CB8AC3E}">
        <p14:creationId xmlns:p14="http://schemas.microsoft.com/office/powerpoint/2010/main" val="347404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ernal/Town Halls_Blan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61623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2_Splash page - event logo">
    <p:bg>
      <p:bgPr>
        <a:solidFill>
          <a:srgbClr val="000000"/>
        </a:solidFill>
        <a:effectLst/>
      </p:bgPr>
    </p:bg>
    <p:spTree>
      <p:nvGrpSpPr>
        <p:cNvPr id="1" name=""/>
        <p:cNvGrpSpPr/>
        <p:nvPr/>
      </p:nvGrpSpPr>
      <p:grpSpPr>
        <a:xfrm>
          <a:off x="0" y="0"/>
          <a:ext cx="0" cy="0"/>
          <a:chOff x="0" y="0"/>
          <a:chExt cx="0" cy="0"/>
        </a:xfrm>
      </p:grpSpPr>
      <p:sp>
        <p:nvSpPr>
          <p:cNvPr id="2" name="Picture Placeholder 17">
            <a:extLst>
              <a:ext uri="{FF2B5EF4-FFF2-40B4-BE49-F238E27FC236}">
                <a16:creationId xmlns:a16="http://schemas.microsoft.com/office/drawing/2014/main" id="{1FFF5AE7-693A-1EA1-448A-851073E1E86B}"/>
              </a:ext>
            </a:extLst>
          </p:cNvPr>
          <p:cNvSpPr>
            <a:spLocks noGrp="1"/>
          </p:cNvSpPr>
          <p:nvPr>
            <p:ph type="pic" sz="quarter" idx="10" hasCustomPrompt="1"/>
          </p:nvPr>
        </p:nvSpPr>
        <p:spPr>
          <a:xfrm>
            <a:off x="6096000" y="887157"/>
            <a:ext cx="5263744" cy="5083685"/>
          </a:xfrm>
          <a:prstGeom prst="roundRect">
            <a:avLst>
              <a:gd name="adj" fmla="val 2850"/>
            </a:avLst>
          </a:prstGeom>
          <a:noFill/>
          <a:ln>
            <a:solidFill>
              <a:schemeClr val="tx2"/>
            </a:solidFill>
          </a:ln>
          <a:effectLst>
            <a:outerShdw blurRad="226684" dist="365489" dir="5400000" algn="t" rotWithShape="0">
              <a:prstClr val="black">
                <a:alpha val="40000"/>
              </a:prstClr>
            </a:outerShdw>
          </a:effectLst>
        </p:spPr>
        <p:txBody>
          <a:bodyPr anchor="ctr"/>
          <a:lstStyle>
            <a:lvl1pPr algn="ctr">
              <a:defRPr sz="1800">
                <a:latin typeface="Aptos" pitchFamily="2" charset="77"/>
              </a:defRPr>
            </a:lvl1pPr>
          </a:lstStyle>
          <a:p>
            <a:r>
              <a:rPr lang="en-US"/>
              <a:t>Click to add an image</a:t>
            </a:r>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738765" y="4406716"/>
            <a:ext cx="4435909" cy="156412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7" name="Text Placeholder 23">
            <a:extLst>
              <a:ext uri="{FF2B5EF4-FFF2-40B4-BE49-F238E27FC236}">
                <a16:creationId xmlns:a16="http://schemas.microsoft.com/office/drawing/2014/main" id="{9C4B9E08-03E4-3991-C992-D35CCFCE104B}"/>
              </a:ext>
            </a:extLst>
          </p:cNvPr>
          <p:cNvSpPr>
            <a:spLocks noGrp="1"/>
          </p:cNvSpPr>
          <p:nvPr>
            <p:ph type="body" sz="quarter" idx="30" hasCustomPrompt="1"/>
          </p:nvPr>
        </p:nvSpPr>
        <p:spPr>
          <a:xfrm>
            <a:off x="738767" y="1573760"/>
            <a:ext cx="4435906" cy="2685089"/>
          </a:xfrm>
          <a:prstGeom prst="rect">
            <a:avLst/>
          </a:prstGeom>
        </p:spPr>
        <p:txBody>
          <a:bodyPr anchor="t" anchorCtr="0">
            <a:noAutofit/>
          </a:bodyPr>
          <a:lstStyle>
            <a:lvl1pPr marL="0" indent="0" algn="l">
              <a:buNone/>
              <a:defRPr sz="36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that should be 10 words or less</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738765" y="887157"/>
            <a:ext cx="4435908" cy="538736"/>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Header</a:t>
            </a:r>
          </a:p>
        </p:txBody>
      </p:sp>
    </p:spTree>
    <p:extLst>
      <p:ext uri="{BB962C8B-B14F-4D97-AF65-F5344CB8AC3E}">
        <p14:creationId xmlns:p14="http://schemas.microsoft.com/office/powerpoint/2010/main" val="600476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urity_Roadmap slide_1 feature">
    <p:bg>
      <p:bgPr>
        <a:solidFill>
          <a:schemeClr val="bg1"/>
        </a:solidFill>
        <a:effectLst/>
      </p:bgPr>
    </p:bg>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79C7943A-B90A-54C3-B112-3171A8FDB2FD}"/>
              </a:ext>
            </a:extLst>
          </p:cNvPr>
          <p:cNvSpPr>
            <a:spLocks noGrp="1"/>
          </p:cNvSpPr>
          <p:nvPr>
            <p:ph type="pic" sz="quarter" idx="32"/>
          </p:nvPr>
        </p:nvSpPr>
        <p:spPr>
          <a:xfrm>
            <a:off x="6088062" y="0"/>
            <a:ext cx="6103938" cy="6858000"/>
          </a:xfrm>
          <a:prstGeom prst="rect">
            <a:avLst/>
          </a:prstGeom>
        </p:spPr>
        <p:txBody>
          <a:bodyPr/>
          <a:lstStyle/>
          <a:p>
            <a:r>
              <a:rPr lang="en-US"/>
              <a:t>Click icon to add picture</a:t>
            </a:r>
          </a:p>
        </p:txBody>
      </p:sp>
      <p:sp>
        <p:nvSpPr>
          <p:cNvPr id="4" name="Text Placeholder 23">
            <a:extLst>
              <a:ext uri="{FF2B5EF4-FFF2-40B4-BE49-F238E27FC236}">
                <a16:creationId xmlns:a16="http://schemas.microsoft.com/office/drawing/2014/main" id="{5FBBC732-E702-3E6F-497C-7F29694D13F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6" name="Text Placeholder 23">
            <a:extLst>
              <a:ext uri="{FF2B5EF4-FFF2-40B4-BE49-F238E27FC236}">
                <a16:creationId xmlns:a16="http://schemas.microsoft.com/office/drawing/2014/main" id="{36049FF2-2512-15EC-0BC5-02E04BA2768C}"/>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7" name="Title 3">
            <a:extLst>
              <a:ext uri="{FF2B5EF4-FFF2-40B4-BE49-F238E27FC236}">
                <a16:creationId xmlns:a16="http://schemas.microsoft.com/office/drawing/2014/main" id="{70DE6B89-9C84-0073-FFF4-317627227D3A}"/>
              </a:ext>
            </a:extLst>
          </p:cNvPr>
          <p:cNvSpPr>
            <a:spLocks noGrp="1"/>
          </p:cNvSpPr>
          <p:nvPr>
            <p:ph type="title" hasCustomPrompt="1"/>
          </p:nvPr>
        </p:nvSpPr>
        <p:spPr>
          <a:xfrm>
            <a:off x="380678" y="1078522"/>
            <a:ext cx="5329526" cy="2860431"/>
          </a:xfrm>
          <a:prstGeom prst="rect">
            <a:avLst/>
          </a:prstGeom>
        </p:spPr>
        <p:txBody>
          <a:bodyPr anchor="t"/>
          <a:lstStyle>
            <a:lvl1pPr>
              <a:defRPr b="1" i="0">
                <a:solidFill>
                  <a:schemeClr val="tx1"/>
                </a:solidFill>
                <a:latin typeface="Aptos" pitchFamily="2" charset="77"/>
              </a:defRPr>
            </a:lvl1pPr>
          </a:lstStyle>
          <a:p>
            <a:r>
              <a:rPr lang="en-US"/>
              <a:t>The name of the new feature/tool</a:t>
            </a:r>
          </a:p>
        </p:txBody>
      </p:sp>
      <p:sp>
        <p:nvSpPr>
          <p:cNvPr id="9" name="Rectangle 8">
            <a:extLst>
              <a:ext uri="{FF2B5EF4-FFF2-40B4-BE49-F238E27FC236}">
                <a16:creationId xmlns:a16="http://schemas.microsoft.com/office/drawing/2014/main" id="{A6F09B9F-3FE4-6399-1385-FFD635ADD1DA}"/>
              </a:ext>
            </a:extLst>
          </p:cNvPr>
          <p:cNvSpPr/>
          <p:nvPr/>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817D17F9-863A-DEA9-AD9D-B5963C46FDA4}"/>
              </a:ext>
            </a:extLst>
          </p:cNvPr>
          <p:cNvSpPr/>
          <p:nvPr/>
        </p:nvSpPr>
        <p:spPr>
          <a:xfrm>
            <a:off x="-6317174" y="1078345"/>
            <a:ext cx="2669164" cy="415936"/>
          </a:xfrm>
          <a:prstGeom prst="roundRect">
            <a:avLst>
              <a:gd name="adj" fmla="val 50000"/>
            </a:avLst>
          </a:prstGeom>
          <a:noFill/>
          <a:ln w="12700">
            <a:gradFill flip="none" rotWithShape="1">
              <a:gsLst>
                <a:gs pos="0">
                  <a:srgbClr val="8342FB"/>
                </a:gs>
                <a:gs pos="47000">
                  <a:srgbClr val="3194FF"/>
                </a:gs>
                <a:gs pos="100000">
                  <a:schemeClr val="accent3"/>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500">
                <a:latin typeface="Aptos" pitchFamily="2" charset="77"/>
              </a:rPr>
              <a:t>       </a:t>
            </a:r>
            <a:r>
              <a:rPr lang="en-US" sz="1600">
                <a:latin typeface="Aptos" pitchFamily="2" charset="77"/>
              </a:rPr>
              <a:t>Copilot feature name</a:t>
            </a:r>
          </a:p>
        </p:txBody>
      </p:sp>
      <p:grpSp>
        <p:nvGrpSpPr>
          <p:cNvPr id="17" name="Google Shape;1693;p69">
            <a:extLst>
              <a:ext uri="{FF2B5EF4-FFF2-40B4-BE49-F238E27FC236}">
                <a16:creationId xmlns:a16="http://schemas.microsoft.com/office/drawing/2014/main" id="{90C9FAD5-5318-45E8-71B2-93F19CCC648E}"/>
              </a:ext>
            </a:extLst>
          </p:cNvPr>
          <p:cNvGrpSpPr/>
          <p:nvPr/>
        </p:nvGrpSpPr>
        <p:grpSpPr>
          <a:xfrm>
            <a:off x="-6166919" y="1201727"/>
            <a:ext cx="192384" cy="160586"/>
            <a:chOff x="690700" y="246575"/>
            <a:chExt cx="6228425" cy="5199000"/>
          </a:xfrm>
        </p:grpSpPr>
        <p:sp>
          <p:nvSpPr>
            <p:cNvPr id="18" name="Google Shape;1694;p69">
              <a:extLst>
                <a:ext uri="{FF2B5EF4-FFF2-40B4-BE49-F238E27FC236}">
                  <a16:creationId xmlns:a16="http://schemas.microsoft.com/office/drawing/2014/main" id="{9181ADA1-486B-A4ED-A80A-733E51A55A58}"/>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sp>
          <p:nvSpPr>
            <p:cNvPr id="19" name="Google Shape;1695;p69">
              <a:extLst>
                <a:ext uri="{FF2B5EF4-FFF2-40B4-BE49-F238E27FC236}">
                  <a16:creationId xmlns:a16="http://schemas.microsoft.com/office/drawing/2014/main" id="{D2EB6D54-1D04-3426-1116-BD526BBF8BCE}"/>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sp>
          <p:nvSpPr>
            <p:cNvPr id="20" name="Google Shape;1696;p69">
              <a:extLst>
                <a:ext uri="{FF2B5EF4-FFF2-40B4-BE49-F238E27FC236}">
                  <a16:creationId xmlns:a16="http://schemas.microsoft.com/office/drawing/2014/main" id="{9B8CA1D0-EE17-781A-D7C4-3837D25A1339}"/>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grpSp>
      <p:sp>
        <p:nvSpPr>
          <p:cNvPr id="21" name="Text Placeholder 23">
            <a:extLst>
              <a:ext uri="{FF2B5EF4-FFF2-40B4-BE49-F238E27FC236}">
                <a16:creationId xmlns:a16="http://schemas.microsoft.com/office/drawing/2014/main" id="{681F3C19-4A00-5C21-68D9-AE3DB7F3C883}"/>
              </a:ext>
            </a:extLst>
          </p:cNvPr>
          <p:cNvSpPr txBox="1">
            <a:spLocks/>
          </p:cNvSpPr>
          <p:nvPr/>
        </p:nvSpPr>
        <p:spPr>
          <a:xfrm>
            <a:off x="-6355919" y="4899085"/>
            <a:ext cx="5329526" cy="1564127"/>
          </a:xfrm>
          <a:prstGeom prst="rect">
            <a:avLst/>
          </a:prstGeom>
        </p:spPr>
        <p:txBody>
          <a:bodyPr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rgbClr val="B6BFB8"/>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Supporting text if applicable. Keep it short and sweet.</a:t>
            </a:r>
          </a:p>
        </p:txBody>
      </p:sp>
      <p:sp>
        <p:nvSpPr>
          <p:cNvPr id="22" name="Text Placeholder 23">
            <a:extLst>
              <a:ext uri="{FF2B5EF4-FFF2-40B4-BE49-F238E27FC236}">
                <a16:creationId xmlns:a16="http://schemas.microsoft.com/office/drawing/2014/main" id="{C30760E8-5FE2-1485-13D4-2511792EDD61}"/>
              </a:ext>
            </a:extLst>
          </p:cNvPr>
          <p:cNvSpPr txBox="1">
            <a:spLocks/>
          </p:cNvSpPr>
          <p:nvPr/>
        </p:nvSpPr>
        <p:spPr>
          <a:xfrm>
            <a:off x="-6355919" y="394788"/>
            <a:ext cx="5329528" cy="538736"/>
          </a:xfrm>
          <a:prstGeom prst="rect">
            <a:avLst/>
          </a:prstGeom>
        </p:spPr>
        <p:txBody>
          <a:bodyPr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accent2"/>
                </a:solidFill>
              </a:rPr>
              <a:t>Beta / Coming soon </a:t>
            </a:r>
          </a:p>
        </p:txBody>
      </p:sp>
      <p:sp>
        <p:nvSpPr>
          <p:cNvPr id="23" name="Title 3">
            <a:extLst>
              <a:ext uri="{FF2B5EF4-FFF2-40B4-BE49-F238E27FC236}">
                <a16:creationId xmlns:a16="http://schemas.microsoft.com/office/drawing/2014/main" id="{89E16DA8-14E9-7B47-04BA-0D076C597EF0}"/>
              </a:ext>
            </a:extLst>
          </p:cNvPr>
          <p:cNvSpPr txBox="1">
            <a:spLocks/>
          </p:cNvSpPr>
          <p:nvPr/>
        </p:nvSpPr>
        <p:spPr>
          <a:xfrm>
            <a:off x="-6355919" y="1814384"/>
            <a:ext cx="5329526" cy="2860431"/>
          </a:xfrm>
          <a:prstGeom prst="rect">
            <a:avLst/>
          </a:prstGeom>
        </p:spPr>
        <p:txBody>
          <a:bodyPr/>
          <a:lstStyle>
            <a:lvl1pPr algn="l" defTabSz="914400" rtl="0" eaLnBrk="1" latinLnBrk="0" hangingPunct="1">
              <a:lnSpc>
                <a:spcPct val="90000"/>
              </a:lnSpc>
              <a:spcBef>
                <a:spcPct val="0"/>
              </a:spcBef>
              <a:buNone/>
              <a:defRPr sz="3600" b="1" i="0" kern="1200">
                <a:solidFill>
                  <a:schemeClr val="tx1"/>
                </a:solidFill>
                <a:latin typeface="Aptos" pitchFamily="2" charset="77"/>
                <a:ea typeface="+mj-ea"/>
                <a:cs typeface="Arial" panose="020B0604020202020204" pitchFamily="34" charset="0"/>
              </a:defRPr>
            </a:lvl1pPr>
          </a:lstStyle>
          <a:p>
            <a:r>
              <a:rPr lang="en-US"/>
              <a:t>A value prop in sentence case that is 12 words or less</a:t>
            </a:r>
          </a:p>
        </p:txBody>
      </p:sp>
      <p:sp>
        <p:nvSpPr>
          <p:cNvPr id="24" name="Rectangle 23">
            <a:extLst>
              <a:ext uri="{FF2B5EF4-FFF2-40B4-BE49-F238E27FC236}">
                <a16:creationId xmlns:a16="http://schemas.microsoft.com/office/drawing/2014/main" id="{38705596-F813-0C20-3648-BC8286CDA0A0}"/>
              </a:ext>
            </a:extLst>
          </p:cNvPr>
          <p:cNvSpPr/>
          <p:nvPr/>
        </p:nvSpPr>
        <p:spPr>
          <a:xfrm>
            <a:off x="-686937"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521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Locked">
    <p:bg>
      <p:bgPr>
        <a:solidFill>
          <a:srgbClr val="000000"/>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6F6C720-DF33-D17F-F413-FB11274DEF80}"/>
              </a:ext>
            </a:extLst>
          </p:cNvPr>
          <p:cNvSpPr/>
          <p:nvPr/>
        </p:nvSpPr>
        <p:spPr>
          <a:xfrm>
            <a:off x="-5221" y="-887828"/>
            <a:ext cx="914400" cy="457200"/>
          </a:xfrm>
          <a:prstGeom prst="roundRect">
            <a:avLst>
              <a:gd name="adj" fmla="val 50000"/>
            </a:avLst>
          </a:prstGeom>
          <a:solidFill>
            <a:srgbClr val="FF507A"/>
          </a:solidFill>
          <a:ln>
            <a:solidFill>
              <a:schemeClr val="tx2"/>
            </a:solidFill>
          </a:ln>
          <a:effectLst>
            <a:outerShdw blurRad="254000" dist="254000" dir="5400000" algn="t"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b="1" i="0">
                <a:solidFill>
                  <a:schemeClr val="tx1"/>
                </a:solidFill>
                <a:latin typeface="Aptos" pitchFamily="2" charset="77"/>
              </a:rPr>
              <a:t>Locked</a:t>
            </a:r>
          </a:p>
        </p:txBody>
      </p:sp>
      <p:pic>
        <p:nvPicPr>
          <p:cNvPr id="3" name="Picture 2">
            <a:extLst>
              <a:ext uri="{FF2B5EF4-FFF2-40B4-BE49-F238E27FC236}">
                <a16:creationId xmlns:a16="http://schemas.microsoft.com/office/drawing/2014/main" id="{7F89459C-3D23-DFF1-35FB-F4DBA62BC888}"/>
              </a:ext>
            </a:extLst>
          </p:cNvPr>
          <p:cNvPicPr/>
          <p:nvPr/>
        </p:nvPicPr>
        <p:blipFill>
          <a:blip r:embed="rId2" cstate="screen">
            <a:extLst>
              <a:ext uri="{28A0092B-C50C-407E-A947-70E740481C1C}">
                <a14:useLocalDpi xmlns:a14="http://schemas.microsoft.com/office/drawing/2010/main"/>
              </a:ext>
            </a:extLst>
          </a:blip>
          <a:stretch>
            <a:fillRect/>
          </a:stretch>
        </p:blipFill>
        <p:spPr>
          <a:xfrm>
            <a:off x="0" y="7148946"/>
            <a:ext cx="2660073" cy="177752"/>
          </a:xfrm>
          <a:prstGeom prst="rect">
            <a:avLst/>
          </a:prstGeom>
        </p:spPr>
      </p:pic>
      <p:sp>
        <p:nvSpPr>
          <p:cNvPr id="5" name="TextBox 4">
            <a:extLst>
              <a:ext uri="{FF2B5EF4-FFF2-40B4-BE49-F238E27FC236}">
                <a16:creationId xmlns:a16="http://schemas.microsoft.com/office/drawing/2014/main" id="{023DC181-FD35-DCFF-793A-2CC1A0FF3EC2}"/>
              </a:ext>
            </a:extLst>
          </p:cNvPr>
          <p:cNvSpPr txBox="1"/>
          <p:nvPr/>
        </p:nvSpPr>
        <p:spPr>
          <a:xfrm>
            <a:off x="6865257" y="7101159"/>
            <a:ext cx="5326743" cy="276999"/>
          </a:xfrm>
          <a:prstGeom prst="rect">
            <a:avLst/>
          </a:prstGeom>
          <a:noFill/>
        </p:spPr>
        <p:txBody>
          <a:bodyPr wrap="square" rtlCol="0">
            <a:spAutoFit/>
          </a:bodyPr>
          <a:lstStyle/>
          <a:p>
            <a:pPr algn="r"/>
            <a:r>
              <a:rPr lang="en-US" sz="1200">
                <a:latin typeface="Aptos" pitchFamily="2" charset="77"/>
              </a:rPr>
              <a:t>slide expiration _ TUES, NOV 26 2024</a:t>
            </a:r>
          </a:p>
        </p:txBody>
      </p:sp>
    </p:spTree>
    <p:extLst>
      <p:ext uri="{BB962C8B-B14F-4D97-AF65-F5344CB8AC3E}">
        <p14:creationId xmlns:p14="http://schemas.microsoft.com/office/powerpoint/2010/main" val="168947907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neral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491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I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5341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vEx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3176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urity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8031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ecurity feature specific 2">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2AFB5C47-8B12-3D29-6D72-04EE3AD28E97}"/>
              </a:ext>
            </a:extLst>
          </p:cNvPr>
          <p:cNvSpPr>
            <a:spLocks noGrp="1"/>
          </p:cNvSpPr>
          <p:nvPr>
            <p:ph type="pic" sz="quarter" idx="32"/>
          </p:nvPr>
        </p:nvSpPr>
        <p:spPr>
          <a:xfrm>
            <a:off x="0" y="0"/>
            <a:ext cx="6103938" cy="6858000"/>
          </a:xfrm>
          <a:prstGeom prst="rect">
            <a:avLst/>
          </a:prstGeom>
          <a:gradFill>
            <a:gsLst>
              <a:gs pos="100000">
                <a:srgbClr val="9EECFF"/>
              </a:gs>
              <a:gs pos="0">
                <a:srgbClr val="3194FF"/>
              </a:gs>
            </a:gsLst>
            <a:lin ang="2700000" scaled="1"/>
          </a:gradFill>
        </p:spPr>
        <p:txBody>
          <a:bodyPr/>
          <a:lstStyle/>
          <a:p>
            <a:r>
              <a:rPr lang="en-US"/>
              <a:t>Click icon to add picture</a:t>
            </a:r>
          </a:p>
        </p:txBody>
      </p:sp>
      <p:sp>
        <p:nvSpPr>
          <p:cNvPr id="7" name="Rectangle 6">
            <a:extLst>
              <a:ext uri="{FF2B5EF4-FFF2-40B4-BE49-F238E27FC236}">
                <a16:creationId xmlns:a16="http://schemas.microsoft.com/office/drawing/2014/main" id="{7A362230-C912-A080-0D76-BAD92A2A4CBE}"/>
              </a:ext>
            </a:extLst>
          </p:cNvPr>
          <p:cNvSpPr/>
          <p:nvPr/>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3">
            <a:extLst>
              <a:ext uri="{FF2B5EF4-FFF2-40B4-BE49-F238E27FC236}">
                <a16:creationId xmlns:a16="http://schemas.microsoft.com/office/drawing/2014/main" id="{B30DED90-C8A1-712C-7287-27FF7BF3A153}"/>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11" name="Text Placeholder 23">
            <a:extLst>
              <a:ext uri="{FF2B5EF4-FFF2-40B4-BE49-F238E27FC236}">
                <a16:creationId xmlns:a16="http://schemas.microsoft.com/office/drawing/2014/main" id="{19F1A0AB-79B7-AB7D-46CD-5F3E3DE389B2}"/>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13" name="Text Placeholder 23">
            <a:extLst>
              <a:ext uri="{FF2B5EF4-FFF2-40B4-BE49-F238E27FC236}">
                <a16:creationId xmlns:a16="http://schemas.microsoft.com/office/drawing/2014/main" id="{55B49007-0D35-3B56-802C-A03CE7C08D12}"/>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Tree>
    <p:extLst>
      <p:ext uri="{BB962C8B-B14F-4D97-AF65-F5344CB8AC3E}">
        <p14:creationId xmlns:p14="http://schemas.microsoft.com/office/powerpoint/2010/main" val="3381925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I_Large number &amp; statement">
    <p:bg>
      <p:bgPr>
        <a:solidFill>
          <a:srgbClr val="000000"/>
        </a:solidFill>
        <a:effectLst/>
      </p:bgPr>
    </p:bg>
    <p:spTree>
      <p:nvGrpSpPr>
        <p:cNvPr id="1" name=""/>
        <p:cNvGrpSpPr/>
        <p:nvPr/>
      </p:nvGrpSpPr>
      <p:grpSpPr>
        <a:xfrm>
          <a:off x="0" y="0"/>
          <a:ext cx="0" cy="0"/>
          <a:chOff x="0" y="0"/>
          <a:chExt cx="0" cy="0"/>
        </a:xfrm>
      </p:grpSpPr>
      <p:pic>
        <p:nvPicPr>
          <p:cNvPr id="26" name="Picture 25" descr="A blue sky with clouds&#10;&#10;AI-generated content may be incorrect.">
            <a:extLst>
              <a:ext uri="{FF2B5EF4-FFF2-40B4-BE49-F238E27FC236}">
                <a16:creationId xmlns:a16="http://schemas.microsoft.com/office/drawing/2014/main" id="{58960C67-0FEF-76A6-AD49-528B3E8E245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66" y="0"/>
            <a:ext cx="6102266" cy="6858000"/>
          </a:xfrm>
          <a:prstGeom prst="rect">
            <a:avLst/>
          </a:prstGeom>
        </p:spPr>
      </p:pic>
      <p:sp>
        <p:nvSpPr>
          <p:cNvPr id="27" name="Title 1">
            <a:extLst>
              <a:ext uri="{FF2B5EF4-FFF2-40B4-BE49-F238E27FC236}">
                <a16:creationId xmlns:a16="http://schemas.microsoft.com/office/drawing/2014/main" id="{4D9AF2ED-3216-A0DB-3B2F-2F8D011C1203}"/>
              </a:ext>
            </a:extLst>
          </p:cNvPr>
          <p:cNvSpPr>
            <a:spLocks noGrp="1"/>
          </p:cNvSpPr>
          <p:nvPr>
            <p:ph type="ctrTitle" hasCustomPrompt="1"/>
          </p:nvPr>
        </p:nvSpPr>
        <p:spPr>
          <a:xfrm>
            <a:off x="499432" y="2451283"/>
            <a:ext cx="5090871" cy="1955433"/>
          </a:xfrm>
          <a:prstGeom prst="rect">
            <a:avLst/>
          </a:prstGeom>
        </p:spPr>
        <p:txBody>
          <a:bodyPr anchor="ctr">
            <a:noAutofit/>
          </a:bodyPr>
          <a:lstStyle>
            <a:lvl1pPr algn="ctr">
              <a:defRPr sz="12000" b="1" i="0" spc="-300">
                <a:solidFill>
                  <a:schemeClr val="bg1"/>
                </a:solidFill>
                <a:latin typeface="Aptos" pitchFamily="2" charset="77"/>
              </a:defRPr>
            </a:lvl1pPr>
          </a:lstStyle>
          <a:p>
            <a:r>
              <a:rPr lang="en-US"/>
              <a:t>XXM</a:t>
            </a:r>
          </a:p>
        </p:txBody>
      </p:sp>
      <p:sp>
        <p:nvSpPr>
          <p:cNvPr id="28" name="Text Placeholder 23">
            <a:extLst>
              <a:ext uri="{FF2B5EF4-FFF2-40B4-BE49-F238E27FC236}">
                <a16:creationId xmlns:a16="http://schemas.microsoft.com/office/drawing/2014/main" id="{695EE8D7-ECE2-9E6B-6D33-216903961B0D}"/>
              </a:ext>
            </a:extLst>
          </p:cNvPr>
          <p:cNvSpPr>
            <a:spLocks noGrp="1"/>
          </p:cNvSpPr>
          <p:nvPr>
            <p:ph type="body" sz="quarter" idx="32" hasCustomPrompt="1"/>
          </p:nvPr>
        </p:nvSpPr>
        <p:spPr>
          <a:xfrm>
            <a:off x="499431" y="4406716"/>
            <a:ext cx="5090871" cy="1384511"/>
          </a:xfrm>
          <a:prstGeom prst="rect">
            <a:avLst/>
          </a:prstGeom>
        </p:spPr>
        <p:txBody>
          <a:bodyPr anchor="t" anchorCtr="0">
            <a:noAutofit/>
          </a:bodyPr>
          <a:lstStyle>
            <a:lvl1pPr marL="0" indent="0" algn="ctr">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And/or statement here</a:t>
            </a:r>
          </a:p>
        </p:txBody>
      </p:sp>
      <p:sp>
        <p:nvSpPr>
          <p:cNvPr id="29" name="Text Placeholder 23">
            <a:extLst>
              <a:ext uri="{FF2B5EF4-FFF2-40B4-BE49-F238E27FC236}">
                <a16:creationId xmlns:a16="http://schemas.microsoft.com/office/drawing/2014/main" id="{1D69AF07-CF7E-EC05-D359-1D0CEF0097A5}"/>
              </a:ext>
            </a:extLst>
          </p:cNvPr>
          <p:cNvSpPr>
            <a:spLocks noGrp="1"/>
          </p:cNvSpPr>
          <p:nvPr>
            <p:ph type="body" sz="quarter" idx="33" hasCustomPrompt="1"/>
          </p:nvPr>
        </p:nvSpPr>
        <p:spPr>
          <a:xfrm>
            <a:off x="499431" y="1066772"/>
            <a:ext cx="5090871" cy="1334528"/>
          </a:xfrm>
          <a:prstGeom prst="rect">
            <a:avLst/>
          </a:prstGeom>
        </p:spPr>
        <p:txBody>
          <a:bodyPr anchor="b" anchorCtr="0">
            <a:noAutofit/>
          </a:bodyPr>
          <a:lstStyle>
            <a:lvl1pPr marL="0" indent="0" algn="ctr">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here</a:t>
            </a:r>
          </a:p>
        </p:txBody>
      </p:sp>
      <p:sp>
        <p:nvSpPr>
          <p:cNvPr id="30" name="Rectangle 29">
            <a:extLst>
              <a:ext uri="{FF2B5EF4-FFF2-40B4-BE49-F238E27FC236}">
                <a16:creationId xmlns:a16="http://schemas.microsoft.com/office/drawing/2014/main" id="{70F3FB04-B8E4-3529-78EA-6396FB756359}"/>
              </a:ext>
            </a:extLst>
          </p:cNvPr>
          <p:cNvSpPr/>
          <p:nvPr/>
        </p:nvSpPr>
        <p:spPr>
          <a:xfrm>
            <a:off x="609600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3">
            <a:extLst>
              <a:ext uri="{FF2B5EF4-FFF2-40B4-BE49-F238E27FC236}">
                <a16:creationId xmlns:a16="http://schemas.microsoft.com/office/drawing/2014/main" id="{1E3EC00F-A751-32AF-B158-5684CEF4EDD3}"/>
              </a:ext>
            </a:extLst>
          </p:cNvPr>
          <p:cNvSpPr>
            <a:spLocks noGrp="1"/>
          </p:cNvSpPr>
          <p:nvPr>
            <p:ph type="body" sz="quarter" idx="26" hasCustomPrompt="1"/>
          </p:nvPr>
        </p:nvSpPr>
        <p:spPr>
          <a:xfrm>
            <a:off x="650651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32" name="Text Placeholder 23">
            <a:extLst>
              <a:ext uri="{FF2B5EF4-FFF2-40B4-BE49-F238E27FC236}">
                <a16:creationId xmlns:a16="http://schemas.microsoft.com/office/drawing/2014/main" id="{3160BE5B-2BA3-D923-86BE-6A1E7BEAB11A}"/>
              </a:ext>
            </a:extLst>
          </p:cNvPr>
          <p:cNvSpPr>
            <a:spLocks noGrp="1"/>
          </p:cNvSpPr>
          <p:nvPr>
            <p:ph type="body" sz="quarter" idx="31" hasCustomPrompt="1"/>
          </p:nvPr>
        </p:nvSpPr>
        <p:spPr>
          <a:xfrm>
            <a:off x="650651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Header</a:t>
            </a:r>
          </a:p>
        </p:txBody>
      </p:sp>
      <p:sp>
        <p:nvSpPr>
          <p:cNvPr id="33" name="Text Placeholder 9">
            <a:extLst>
              <a:ext uri="{FF2B5EF4-FFF2-40B4-BE49-F238E27FC236}">
                <a16:creationId xmlns:a16="http://schemas.microsoft.com/office/drawing/2014/main" id="{99BC23C1-D9EB-EBDD-BF6B-F0076FC5726A}"/>
              </a:ext>
            </a:extLst>
          </p:cNvPr>
          <p:cNvSpPr>
            <a:spLocks noGrp="1"/>
          </p:cNvSpPr>
          <p:nvPr>
            <p:ph type="body" sz="quarter" idx="34" hasCustomPrompt="1"/>
          </p:nvPr>
        </p:nvSpPr>
        <p:spPr>
          <a:xfrm>
            <a:off x="6506162" y="1078522"/>
            <a:ext cx="5329882" cy="2862072"/>
          </a:xfrm>
          <a:prstGeom prst="rect">
            <a:avLst/>
          </a:prstGeom>
        </p:spPr>
        <p:txBody>
          <a:bodyPr/>
          <a:lstStyle>
            <a:lvl1pPr>
              <a:defRPr sz="3600" b="1" i="0">
                <a:solidFill>
                  <a:schemeClr val="tx1"/>
                </a:solidFill>
                <a:latin typeface="Aptos" pitchFamily="2" charset="77"/>
                <a:cs typeface="Aptos" pitchFamily="2" charset="77"/>
              </a:defRPr>
            </a:lvl1pPr>
          </a:lstStyle>
          <a:p>
            <a:pPr lvl="0"/>
            <a:r>
              <a:rPr lang="en-US"/>
              <a:t>Statement that should be 10 words or less</a:t>
            </a:r>
          </a:p>
        </p:txBody>
      </p:sp>
    </p:spTree>
    <p:extLst>
      <p:ext uri="{BB962C8B-B14F-4D97-AF65-F5344CB8AC3E}">
        <p14:creationId xmlns:p14="http://schemas.microsoft.com/office/powerpoint/2010/main" val="546143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rowser / two statements">
    <p:bg>
      <p:bgPr>
        <a:solidFill>
          <a:srgbClr val="000000"/>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60FCB388-AE2B-FEE6-EDFC-B51DA5958CAB}"/>
              </a:ext>
            </a:extLst>
          </p:cNvPr>
          <p:cNvSpPr>
            <a:spLocks noGrp="1"/>
          </p:cNvSpPr>
          <p:nvPr>
            <p:ph type="pic" sz="quarter" idx="10" hasCustomPrompt="1"/>
          </p:nvPr>
        </p:nvSpPr>
        <p:spPr>
          <a:xfrm>
            <a:off x="7458497" y="966819"/>
            <a:ext cx="4866854" cy="5073650"/>
          </a:xfrm>
          <a:prstGeom prst="rect">
            <a:avLst/>
          </a:prstGeom>
          <a:solidFill>
            <a:schemeClr val="bg1"/>
          </a:solidFill>
          <a:effectLst>
            <a:outerShdw blurRad="420955" dist="232110" dir="5100000" algn="t" rotWithShape="0">
              <a:prstClr val="black">
                <a:alpha val="40000"/>
              </a:prstClr>
            </a:outerShdw>
          </a:effectLst>
        </p:spPr>
        <p:txBody>
          <a:bodyPr anchor="ctr">
            <a:normAutofit/>
          </a:bodyPr>
          <a:lstStyle>
            <a:lvl1pPr algn="ctr">
              <a:defRPr sz="1800">
                <a:latin typeface="Aptos" pitchFamily="2" charset="77"/>
              </a:defRPr>
            </a:lvl1pPr>
          </a:lstStyle>
          <a:p>
            <a:r>
              <a:rPr lang="en-US"/>
              <a:t>Screenshot</a:t>
            </a:r>
          </a:p>
        </p:txBody>
      </p:sp>
      <p:sp>
        <p:nvSpPr>
          <p:cNvPr id="4" name="Title 1">
            <a:extLst>
              <a:ext uri="{FF2B5EF4-FFF2-40B4-BE49-F238E27FC236}">
                <a16:creationId xmlns:a16="http://schemas.microsoft.com/office/drawing/2014/main" id="{D64D961E-D8F1-1621-0B65-EF22EBFBFA8F}"/>
              </a:ext>
            </a:extLst>
          </p:cNvPr>
          <p:cNvSpPr>
            <a:spLocks noGrp="1"/>
          </p:cNvSpPr>
          <p:nvPr>
            <p:ph type="ctrTitle" hasCustomPrompt="1"/>
          </p:nvPr>
        </p:nvSpPr>
        <p:spPr>
          <a:xfrm>
            <a:off x="758381" y="963376"/>
            <a:ext cx="6263325" cy="1984936"/>
          </a:xfrm>
          <a:prstGeom prst="rect">
            <a:avLst/>
          </a:prstGeom>
        </p:spPr>
        <p:txBody>
          <a:bodyPr anchor="t">
            <a:noAutofit/>
          </a:bodyPr>
          <a:lstStyle>
            <a:lvl1pPr algn="l">
              <a:defRPr sz="3600" b="1" i="0">
                <a:solidFill>
                  <a:schemeClr val="tx1"/>
                </a:solidFill>
                <a:latin typeface="Aptos" pitchFamily="2" charset="77"/>
              </a:defRPr>
            </a:lvl1pPr>
          </a:lstStyle>
          <a:p>
            <a:r>
              <a:rPr lang="en-US"/>
              <a:t>Title should be less </a:t>
            </a:r>
            <a:br>
              <a:rPr lang="en-US"/>
            </a:br>
            <a:r>
              <a:rPr lang="en-US"/>
              <a:t>than ten words</a:t>
            </a:r>
          </a:p>
        </p:txBody>
      </p:sp>
      <p:sp>
        <p:nvSpPr>
          <p:cNvPr id="6" name="Text Placeholder 23">
            <a:extLst>
              <a:ext uri="{FF2B5EF4-FFF2-40B4-BE49-F238E27FC236}">
                <a16:creationId xmlns:a16="http://schemas.microsoft.com/office/drawing/2014/main" id="{2474E636-F179-E536-9454-DE092280092A}"/>
              </a:ext>
            </a:extLst>
          </p:cNvPr>
          <p:cNvSpPr>
            <a:spLocks noGrp="1"/>
          </p:cNvSpPr>
          <p:nvPr>
            <p:ph type="body" sz="quarter" idx="26" hasCustomPrompt="1"/>
          </p:nvPr>
        </p:nvSpPr>
        <p:spPr>
          <a:xfrm>
            <a:off x="758381" y="4186526"/>
            <a:ext cx="3048593"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7" name="Text Placeholder 23">
            <a:extLst>
              <a:ext uri="{FF2B5EF4-FFF2-40B4-BE49-F238E27FC236}">
                <a16:creationId xmlns:a16="http://schemas.microsoft.com/office/drawing/2014/main" id="{CE169238-2E1E-D6F8-F1D2-A248C0498704}"/>
              </a:ext>
            </a:extLst>
          </p:cNvPr>
          <p:cNvSpPr>
            <a:spLocks noGrp="1"/>
          </p:cNvSpPr>
          <p:nvPr>
            <p:ph type="body" sz="quarter" idx="29" hasCustomPrompt="1"/>
          </p:nvPr>
        </p:nvSpPr>
        <p:spPr>
          <a:xfrm>
            <a:off x="758382" y="4737676"/>
            <a:ext cx="3048592"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8" name="Picture Placeholder 24">
            <a:extLst>
              <a:ext uri="{FF2B5EF4-FFF2-40B4-BE49-F238E27FC236}">
                <a16:creationId xmlns:a16="http://schemas.microsoft.com/office/drawing/2014/main" id="{8FBCA652-A806-87EE-B85F-BCFDB1B4066E}"/>
              </a:ext>
            </a:extLst>
          </p:cNvPr>
          <p:cNvSpPr>
            <a:spLocks noGrp="1"/>
          </p:cNvSpPr>
          <p:nvPr>
            <p:ph type="pic" sz="quarter" idx="30" hasCustomPrompt="1"/>
          </p:nvPr>
        </p:nvSpPr>
        <p:spPr>
          <a:xfrm>
            <a:off x="758382" y="3647272"/>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73709F95-17EA-8C2B-E043-7CB31556A6B5}"/>
              </a:ext>
            </a:extLst>
          </p:cNvPr>
          <p:cNvSpPr>
            <a:spLocks noGrp="1"/>
          </p:cNvSpPr>
          <p:nvPr>
            <p:ph type="body" sz="quarter" idx="31" hasCustomPrompt="1"/>
          </p:nvPr>
        </p:nvSpPr>
        <p:spPr>
          <a:xfrm>
            <a:off x="3973113" y="4186526"/>
            <a:ext cx="3048593"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7213201B-9B16-0B3D-E146-6B725E1AF606}"/>
              </a:ext>
            </a:extLst>
          </p:cNvPr>
          <p:cNvSpPr>
            <a:spLocks noGrp="1"/>
          </p:cNvSpPr>
          <p:nvPr>
            <p:ph type="body" sz="quarter" idx="32" hasCustomPrompt="1"/>
          </p:nvPr>
        </p:nvSpPr>
        <p:spPr>
          <a:xfrm>
            <a:off x="3973114" y="4737676"/>
            <a:ext cx="3048592"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18" name="Picture Placeholder 24">
            <a:extLst>
              <a:ext uri="{FF2B5EF4-FFF2-40B4-BE49-F238E27FC236}">
                <a16:creationId xmlns:a16="http://schemas.microsoft.com/office/drawing/2014/main" id="{9465DD82-942D-4363-BDF8-DEBD3E0B5B00}"/>
              </a:ext>
            </a:extLst>
          </p:cNvPr>
          <p:cNvSpPr>
            <a:spLocks noGrp="1"/>
          </p:cNvSpPr>
          <p:nvPr>
            <p:ph type="pic" sz="quarter" idx="33" hasCustomPrompt="1"/>
          </p:nvPr>
        </p:nvSpPr>
        <p:spPr>
          <a:xfrm>
            <a:off x="3973114" y="3647272"/>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2" name="Text Placeholder 23">
            <a:extLst>
              <a:ext uri="{FF2B5EF4-FFF2-40B4-BE49-F238E27FC236}">
                <a16:creationId xmlns:a16="http://schemas.microsoft.com/office/drawing/2014/main" id="{7717653C-80DF-3DD2-FC16-37BB8FC2866F}"/>
              </a:ext>
            </a:extLst>
          </p:cNvPr>
          <p:cNvSpPr>
            <a:spLocks noGrp="1"/>
          </p:cNvSpPr>
          <p:nvPr>
            <p:ph type="body" sz="quarter" idx="38" hasCustomPrompt="1"/>
          </p:nvPr>
        </p:nvSpPr>
        <p:spPr>
          <a:xfrm>
            <a:off x="758381" y="574423"/>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pic>
        <p:nvPicPr>
          <p:cNvPr id="9" name="Picture 7">
            <a:extLst>
              <a:ext uri="{FF2B5EF4-FFF2-40B4-BE49-F238E27FC236}">
                <a16:creationId xmlns:a16="http://schemas.microsoft.com/office/drawing/2014/main" id="{7AE14FBB-7CBC-D32F-39FD-4ABA51B0086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7458497" y="492220"/>
            <a:ext cx="8686800" cy="478511"/>
          </a:xfrm>
          <a:prstGeom prst="rect">
            <a:avLst/>
          </a:prstGeom>
        </p:spPr>
      </p:pic>
    </p:spTree>
    <p:extLst>
      <p:ext uri="{BB962C8B-B14F-4D97-AF65-F5344CB8AC3E}">
        <p14:creationId xmlns:p14="http://schemas.microsoft.com/office/powerpoint/2010/main" val="233450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card - Dark mode - 2 speakers">
    <p:bg>
      <p:bgPr>
        <a:solidFill>
          <a:srgbClr val="000000"/>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DABDFDA8-5032-521D-35FD-137BB6C48BEC}"/>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1674" y="2766"/>
            <a:ext cx="12172140" cy="6852464"/>
          </a:xfrm>
          <a:prstGeom prst="rect">
            <a:avLst/>
          </a:prstGeom>
        </p:spPr>
      </p:pic>
      <p:sp>
        <p:nvSpPr>
          <p:cNvPr id="6" name="Title 1">
            <a:extLst>
              <a:ext uri="{FF2B5EF4-FFF2-40B4-BE49-F238E27FC236}">
                <a16:creationId xmlns:a16="http://schemas.microsoft.com/office/drawing/2014/main" id="{8E9EE805-E24C-DF0B-BCAC-04CFE6E3C397}"/>
              </a:ext>
            </a:extLst>
          </p:cNvPr>
          <p:cNvSpPr>
            <a:spLocks noGrp="1"/>
          </p:cNvSpPr>
          <p:nvPr>
            <p:ph type="ctrTitle" hasCustomPrompt="1"/>
          </p:nvPr>
        </p:nvSpPr>
        <p:spPr>
          <a:xfrm>
            <a:off x="2621097" y="380348"/>
            <a:ext cx="9077911" cy="4824698"/>
          </a:xfrm>
          <a:prstGeom prst="rect">
            <a:avLst/>
          </a:prstGeom>
        </p:spPr>
        <p:txBody>
          <a:bodyPr anchor="t">
            <a:normAutofit/>
          </a:bodyPr>
          <a:lstStyle>
            <a:lvl1pPr algn="l">
              <a:lnSpc>
                <a:spcPct val="80000"/>
              </a:lnSpc>
              <a:defRPr sz="8000" b="1" i="0">
                <a:solidFill>
                  <a:srgbClr val="8BF1A6"/>
                </a:solidFill>
                <a:latin typeface="Aptos" pitchFamily="2" charset="77"/>
              </a:defRPr>
            </a:lvl1pPr>
          </a:lstStyle>
          <a:p>
            <a:r>
              <a:rPr lang="en-US"/>
              <a:t>Presentation title </a:t>
            </a:r>
          </a:p>
        </p:txBody>
      </p:sp>
      <p:sp>
        <p:nvSpPr>
          <p:cNvPr id="28" name="Text Placeholder 23">
            <a:extLst>
              <a:ext uri="{FF2B5EF4-FFF2-40B4-BE49-F238E27FC236}">
                <a16:creationId xmlns:a16="http://schemas.microsoft.com/office/drawing/2014/main" id="{63BAA1F4-E359-6D1D-15CC-0F72B8861330}"/>
              </a:ext>
            </a:extLst>
          </p:cNvPr>
          <p:cNvSpPr>
            <a:spLocks noGrp="1"/>
          </p:cNvSpPr>
          <p:nvPr>
            <p:ph type="body" sz="quarter" idx="25" hasCustomPrompt="1"/>
          </p:nvPr>
        </p:nvSpPr>
        <p:spPr>
          <a:xfrm>
            <a:off x="3704302" y="5730720"/>
            <a:ext cx="2918060" cy="457200"/>
          </a:xfrm>
          <a:prstGeom prst="rect">
            <a:avLst/>
          </a:prstGeom>
        </p:spPr>
        <p:txBody>
          <a:bodyPr anchor="b"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29" name="Text Placeholder 23">
            <a:extLst>
              <a:ext uri="{FF2B5EF4-FFF2-40B4-BE49-F238E27FC236}">
                <a16:creationId xmlns:a16="http://schemas.microsoft.com/office/drawing/2014/main" id="{CDD225E2-CA3A-7780-C15A-F080FC674F51}"/>
              </a:ext>
            </a:extLst>
          </p:cNvPr>
          <p:cNvSpPr>
            <a:spLocks noGrp="1"/>
          </p:cNvSpPr>
          <p:nvPr>
            <p:ph type="body" sz="quarter" idx="26" hasCustomPrompt="1"/>
          </p:nvPr>
        </p:nvSpPr>
        <p:spPr>
          <a:xfrm>
            <a:off x="3704302" y="6233277"/>
            <a:ext cx="2918060" cy="457200"/>
          </a:xfrm>
          <a:prstGeom prst="rect">
            <a:avLst/>
          </a:prstGeom>
        </p:spPr>
        <p:txBody>
          <a:bodyPr anchor="t" anchorCtr="0">
            <a:noAutofit/>
          </a:bodyPr>
          <a:lstStyle>
            <a:lvl1pPr marL="0" indent="0" algn="l">
              <a:buNone/>
              <a:defRPr sz="14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 Company</a:t>
            </a:r>
          </a:p>
        </p:txBody>
      </p:sp>
      <p:sp>
        <p:nvSpPr>
          <p:cNvPr id="11" name="Text Placeholder 23">
            <a:extLst>
              <a:ext uri="{FF2B5EF4-FFF2-40B4-BE49-F238E27FC236}">
                <a16:creationId xmlns:a16="http://schemas.microsoft.com/office/drawing/2014/main" id="{5266F897-93A3-9BD1-063F-566A08499464}"/>
              </a:ext>
            </a:extLst>
          </p:cNvPr>
          <p:cNvSpPr>
            <a:spLocks noGrp="1"/>
          </p:cNvSpPr>
          <p:nvPr>
            <p:ph type="body" sz="quarter" idx="38" hasCustomPrompt="1"/>
          </p:nvPr>
        </p:nvSpPr>
        <p:spPr>
          <a:xfrm>
            <a:off x="8775953" y="5730720"/>
            <a:ext cx="2918060" cy="457200"/>
          </a:xfrm>
          <a:prstGeom prst="rect">
            <a:avLst/>
          </a:prstGeom>
        </p:spPr>
        <p:txBody>
          <a:bodyPr anchor="b"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12" name="Text Placeholder 23">
            <a:extLst>
              <a:ext uri="{FF2B5EF4-FFF2-40B4-BE49-F238E27FC236}">
                <a16:creationId xmlns:a16="http://schemas.microsoft.com/office/drawing/2014/main" id="{E7508BB4-E117-9BD4-BB08-C14AC1FE8406}"/>
              </a:ext>
            </a:extLst>
          </p:cNvPr>
          <p:cNvSpPr>
            <a:spLocks noGrp="1"/>
          </p:cNvSpPr>
          <p:nvPr>
            <p:ph type="body" sz="quarter" idx="39" hasCustomPrompt="1"/>
          </p:nvPr>
        </p:nvSpPr>
        <p:spPr>
          <a:xfrm>
            <a:off x="8775953" y="6233277"/>
            <a:ext cx="2918060" cy="457200"/>
          </a:xfrm>
          <a:prstGeom prst="rect">
            <a:avLst/>
          </a:prstGeom>
        </p:spPr>
        <p:txBody>
          <a:bodyPr anchor="t" anchorCtr="0">
            <a:noAutofit/>
          </a:bodyPr>
          <a:lstStyle>
            <a:lvl1pPr marL="0" indent="0" algn="l">
              <a:buNone/>
              <a:defRPr sz="14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 Company</a:t>
            </a:r>
          </a:p>
        </p:txBody>
      </p:sp>
      <p:sp>
        <p:nvSpPr>
          <p:cNvPr id="5" name="Rectangle 4">
            <a:extLst>
              <a:ext uri="{FF2B5EF4-FFF2-40B4-BE49-F238E27FC236}">
                <a16:creationId xmlns:a16="http://schemas.microsoft.com/office/drawing/2014/main" id="{69D10252-CD1F-88BE-2B77-9454DC9DC583}"/>
              </a:ext>
            </a:extLst>
          </p:cNvPr>
          <p:cNvSpPr/>
          <p:nvPr userDrawn="1"/>
        </p:nvSpPr>
        <p:spPr>
          <a:xfrm rot="5400000">
            <a:off x="7150276" y="535918"/>
            <a:ext cx="36576" cy="1002352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9">
            <a:extLst>
              <a:ext uri="{FF2B5EF4-FFF2-40B4-BE49-F238E27FC236}">
                <a16:creationId xmlns:a16="http://schemas.microsoft.com/office/drawing/2014/main" id="{29CF073E-C979-1616-02A6-D777AA3C33E1}"/>
              </a:ext>
            </a:extLst>
          </p:cNvPr>
          <p:cNvSpPr>
            <a:spLocks noGrp="1" noChangeAspect="1"/>
          </p:cNvSpPr>
          <p:nvPr>
            <p:ph type="pic" sz="quarter" idx="41"/>
          </p:nvPr>
        </p:nvSpPr>
        <p:spPr>
          <a:xfrm>
            <a:off x="2184783" y="5565045"/>
            <a:ext cx="1298448" cy="1298448"/>
          </a:xfrm>
          <a:prstGeom prst="rect">
            <a:avLst/>
          </a:prstGeom>
        </p:spPr>
        <p:txBody>
          <a:bodyPr/>
          <a:lstStyle/>
          <a:p>
            <a:endParaRPr lang="en-US"/>
          </a:p>
        </p:txBody>
      </p:sp>
      <p:sp>
        <p:nvSpPr>
          <p:cNvPr id="18" name="Picture Placeholder 9">
            <a:extLst>
              <a:ext uri="{FF2B5EF4-FFF2-40B4-BE49-F238E27FC236}">
                <a16:creationId xmlns:a16="http://schemas.microsoft.com/office/drawing/2014/main" id="{3F4DEFA9-46ED-D8EA-5B84-3FE3C18BC40F}"/>
              </a:ext>
            </a:extLst>
          </p:cNvPr>
          <p:cNvSpPr>
            <a:spLocks noGrp="1" noChangeAspect="1"/>
          </p:cNvSpPr>
          <p:nvPr>
            <p:ph type="pic" sz="quarter" idx="43"/>
          </p:nvPr>
        </p:nvSpPr>
        <p:spPr>
          <a:xfrm>
            <a:off x="7230039" y="5565045"/>
            <a:ext cx="1298448" cy="1298448"/>
          </a:xfrm>
          <a:prstGeom prst="rect">
            <a:avLst/>
          </a:prstGeom>
        </p:spPr>
        <p:txBody>
          <a:bodyPr/>
          <a:lstStyle/>
          <a:p>
            <a:endParaRPr lang="en-US"/>
          </a:p>
        </p:txBody>
      </p:sp>
      <p:sp>
        <p:nvSpPr>
          <p:cNvPr id="4" name="Rectangle 3">
            <a:extLst>
              <a:ext uri="{FF2B5EF4-FFF2-40B4-BE49-F238E27FC236}">
                <a16:creationId xmlns:a16="http://schemas.microsoft.com/office/drawing/2014/main" id="{DAE7CB62-5C8D-2981-EAA4-46E33D55EA7C}"/>
              </a:ext>
            </a:extLst>
          </p:cNvPr>
          <p:cNvSpPr/>
          <p:nvPr userDrawn="1"/>
        </p:nvSpPr>
        <p:spPr>
          <a:xfrm>
            <a:off x="7195694" y="5532120"/>
            <a:ext cx="36576" cy="132588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9224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264102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Agenda">
    <p:bg>
      <p:bgPr>
        <a:solidFill>
          <a:schemeClr val="bg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C6ECBF4C-BF4F-0D2C-EA8E-54C29F31B2F7}"/>
              </a:ext>
            </a:extLst>
          </p:cNvPr>
          <p:cNvSpPr>
            <a:spLocks noGrp="1"/>
          </p:cNvSpPr>
          <p:nvPr>
            <p:ph type="body" sz="quarter" idx="11" hasCustomPrompt="1"/>
          </p:nvPr>
        </p:nvSpPr>
        <p:spPr>
          <a:xfrm>
            <a:off x="4109814" y="335102"/>
            <a:ext cx="726315" cy="6187796"/>
          </a:xfrm>
          <a:prstGeom prst="rect">
            <a:avLst/>
          </a:prstGeom>
        </p:spPr>
        <p:txBody>
          <a:bodyPr/>
          <a:lstStyle>
            <a:lvl1pPr>
              <a:defRPr sz="2800" b="1" i="0">
                <a:solidFill>
                  <a:srgbClr val="B6BFB8"/>
                </a:solidFill>
                <a:latin typeface="Aptos" pitchFamily="2" charset="77"/>
              </a:defRPr>
            </a:lvl1pPr>
          </a:lstStyle>
          <a:p>
            <a:pPr lvl="0"/>
            <a:r>
              <a:rPr lang="en-US"/>
              <a:t>01</a:t>
            </a:r>
          </a:p>
          <a:p>
            <a:pPr lvl="0"/>
            <a:r>
              <a:rPr lang="en-US"/>
              <a:t>02</a:t>
            </a:r>
          </a:p>
          <a:p>
            <a:pPr lvl="0"/>
            <a:r>
              <a:rPr lang="en-US"/>
              <a:t>03</a:t>
            </a:r>
          </a:p>
          <a:p>
            <a:pPr lvl="0"/>
            <a:r>
              <a:rPr lang="en-US"/>
              <a:t>04</a:t>
            </a:r>
          </a:p>
          <a:p>
            <a:pPr lvl="0"/>
            <a:r>
              <a:rPr lang="en-US"/>
              <a:t>05</a:t>
            </a:r>
          </a:p>
        </p:txBody>
      </p:sp>
      <p:sp>
        <p:nvSpPr>
          <p:cNvPr id="3" name="Text Placeholder 2">
            <a:extLst>
              <a:ext uri="{FF2B5EF4-FFF2-40B4-BE49-F238E27FC236}">
                <a16:creationId xmlns:a16="http://schemas.microsoft.com/office/drawing/2014/main" id="{88A2D5E6-6218-3513-0338-32F1DADBF965}"/>
              </a:ext>
            </a:extLst>
          </p:cNvPr>
          <p:cNvSpPr>
            <a:spLocks noGrp="1"/>
          </p:cNvSpPr>
          <p:nvPr>
            <p:ph type="body" sz="quarter" idx="12" hasCustomPrompt="1"/>
          </p:nvPr>
        </p:nvSpPr>
        <p:spPr>
          <a:xfrm>
            <a:off x="4836128" y="335102"/>
            <a:ext cx="6955155" cy="6187796"/>
          </a:xfrm>
          <a:prstGeom prst="rect">
            <a:avLst/>
          </a:prstGeom>
        </p:spPr>
        <p:txBody>
          <a:bodyPr/>
          <a:lstStyle>
            <a:lvl1pPr>
              <a:defRPr sz="2800" b="1" i="0">
                <a:solidFill>
                  <a:schemeClr val="tx1"/>
                </a:solidFill>
                <a:latin typeface="Aptos" pitchFamily="2" charset="77"/>
              </a:defRPr>
            </a:lvl1pPr>
          </a:lstStyle>
          <a:p>
            <a:pPr lvl="0"/>
            <a:r>
              <a:rPr lang="en-US"/>
              <a:t>Section title</a:t>
            </a:r>
          </a:p>
          <a:p>
            <a:pPr lvl="0"/>
            <a:r>
              <a:rPr lang="en-US"/>
              <a:t>Section title </a:t>
            </a:r>
          </a:p>
          <a:p>
            <a:pPr lvl="0"/>
            <a:r>
              <a:rPr lang="en-US"/>
              <a:t>Section title</a:t>
            </a:r>
          </a:p>
          <a:p>
            <a:pPr lvl="0"/>
            <a:r>
              <a:rPr lang="en-US"/>
              <a:t>Section title</a:t>
            </a:r>
          </a:p>
          <a:p>
            <a:pPr lvl="0"/>
            <a:r>
              <a:rPr lang="en-US"/>
              <a:t>Section title </a:t>
            </a:r>
          </a:p>
        </p:txBody>
      </p:sp>
      <p:sp>
        <p:nvSpPr>
          <p:cNvPr id="8" name="TextBox 7">
            <a:extLst>
              <a:ext uri="{FF2B5EF4-FFF2-40B4-BE49-F238E27FC236}">
                <a16:creationId xmlns:a16="http://schemas.microsoft.com/office/drawing/2014/main" id="{16ADB4EE-5BC1-F20C-23D5-E728D77BC32D}"/>
              </a:ext>
            </a:extLst>
          </p:cNvPr>
          <p:cNvSpPr txBox="1"/>
          <p:nvPr userDrawn="1"/>
        </p:nvSpPr>
        <p:spPr>
          <a:xfrm>
            <a:off x="256841" y="335102"/>
            <a:ext cx="3060790" cy="1015663"/>
          </a:xfrm>
          <a:prstGeom prst="rect">
            <a:avLst/>
          </a:prstGeom>
          <a:noFill/>
        </p:spPr>
        <p:txBody>
          <a:bodyPr wrap="square" rtlCol="0">
            <a:spAutoFit/>
          </a:bodyPr>
          <a:lstStyle/>
          <a:p>
            <a:pPr algn="ctr"/>
            <a:r>
              <a:rPr lang="en-US" sz="6000" b="1" i="0">
                <a:solidFill>
                  <a:schemeClr val="tx1"/>
                </a:solidFill>
                <a:latin typeface="Aptos" pitchFamily="2" charset="77"/>
                <a:cs typeface="Aptos" pitchFamily="2" charset="77"/>
              </a:rPr>
              <a:t>Agenda</a:t>
            </a:r>
          </a:p>
        </p:txBody>
      </p:sp>
      <p:sp>
        <p:nvSpPr>
          <p:cNvPr id="9" name="Rectangle 8">
            <a:extLst>
              <a:ext uri="{FF2B5EF4-FFF2-40B4-BE49-F238E27FC236}">
                <a16:creationId xmlns:a16="http://schemas.microsoft.com/office/drawing/2014/main" id="{CE94A6F1-D848-E63F-EE08-EB5E912E073C}"/>
              </a:ext>
            </a:extLst>
          </p:cNvPr>
          <p:cNvSpPr/>
          <p:nvPr userDrawn="1"/>
        </p:nvSpPr>
        <p:spPr>
          <a:xfrm>
            <a:off x="3663995"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1667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anel Title Card - green mode">
    <p:bg>
      <p:bgPr>
        <a:solidFill>
          <a:srgbClr val="000000"/>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92B1EC0-7FF8-CC20-FE27-A035712249B9}"/>
              </a:ext>
            </a:extLst>
          </p:cNvPr>
          <p:cNvPicPr/>
          <p:nvPr userDrawn="1"/>
        </p:nvPicPr>
        <p:blipFill>
          <a:blip r:embed="rId2" cstate="screen">
            <a:extLst>
              <a:ext uri="{28A0092B-C50C-407E-A947-70E740481C1C}">
                <a14:useLocalDpi xmlns:a14="http://schemas.microsoft.com/office/drawing/2010/main"/>
              </a:ext>
            </a:extLst>
          </a:blip>
          <a:srcRect/>
          <a:stretch/>
        </p:blipFill>
        <p:spPr>
          <a:xfrm>
            <a:off x="0" y="-2822"/>
            <a:ext cx="12192000" cy="6863644"/>
          </a:xfrm>
          <a:prstGeom prst="rect">
            <a:avLst/>
          </a:prstGeom>
        </p:spPr>
      </p:pic>
      <p:sp>
        <p:nvSpPr>
          <p:cNvPr id="12" name="Title 1">
            <a:extLst>
              <a:ext uri="{FF2B5EF4-FFF2-40B4-BE49-F238E27FC236}">
                <a16:creationId xmlns:a16="http://schemas.microsoft.com/office/drawing/2014/main" id="{17311656-A7F6-E685-5661-15D8FA1D6A45}"/>
              </a:ext>
            </a:extLst>
          </p:cNvPr>
          <p:cNvSpPr>
            <a:spLocks noGrp="1"/>
          </p:cNvSpPr>
          <p:nvPr>
            <p:ph type="ctrTitle" hasCustomPrompt="1"/>
          </p:nvPr>
        </p:nvSpPr>
        <p:spPr>
          <a:xfrm>
            <a:off x="2515035" y="1392319"/>
            <a:ext cx="9039106" cy="4073363"/>
          </a:xfrm>
          <a:prstGeom prst="rect">
            <a:avLst/>
          </a:prstGeom>
        </p:spPr>
        <p:txBody>
          <a:bodyPr anchor="ctr">
            <a:normAutofit/>
          </a:bodyPr>
          <a:lstStyle>
            <a:lvl1pPr algn="l">
              <a:lnSpc>
                <a:spcPct val="80000"/>
              </a:lnSpc>
              <a:defRPr sz="6000" b="1" i="0">
                <a:solidFill>
                  <a:schemeClr val="bg1"/>
                </a:solidFill>
                <a:latin typeface="Aptos" pitchFamily="2" charset="77"/>
              </a:defRPr>
            </a:lvl1pPr>
          </a:lstStyle>
          <a:p>
            <a:r>
              <a:rPr lang="en-US"/>
              <a:t>Section title</a:t>
            </a:r>
          </a:p>
        </p:txBody>
      </p:sp>
    </p:spTree>
    <p:extLst>
      <p:ext uri="{BB962C8B-B14F-4D97-AF65-F5344CB8AC3E}">
        <p14:creationId xmlns:p14="http://schemas.microsoft.com/office/powerpoint/2010/main" val="2703246573"/>
      </p:ext>
    </p:extLst>
  </p:cSld>
  <p:clrMapOvr>
    <a:masterClrMapping/>
  </p:clrMapOvr>
  <p:extLst>
    <p:ext uri="{DCECCB84-F9BA-43D5-87BE-67443E8EF086}">
      <p15:sldGuideLst xmlns:p15="http://schemas.microsoft.com/office/powerpoint/2012/main">
        <p15:guide id="1" pos="172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pilot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9">
            <a:extLst>
              <a:ext uri="{FF2B5EF4-FFF2-40B4-BE49-F238E27FC236}">
                <a16:creationId xmlns:a16="http://schemas.microsoft.com/office/drawing/2014/main" id="{EC38ED57-A90D-1FEC-BCD3-69F2431F29E6}"/>
              </a:ext>
            </a:extLst>
          </p:cNvPr>
          <p:cNvSpPr>
            <a:spLocks noGrp="1"/>
          </p:cNvSpPr>
          <p:nvPr>
            <p:ph type="pic" sz="quarter" idx="32"/>
          </p:nvPr>
        </p:nvSpPr>
        <p:spPr>
          <a:xfrm>
            <a:off x="6088062" y="0"/>
            <a:ext cx="6103938" cy="6858000"/>
          </a:xfrm>
          <a:prstGeom prst="rect">
            <a:avLst/>
          </a:prstGeom>
          <a:solidFill>
            <a:schemeClr val="accent3"/>
          </a:solidFill>
        </p:spPr>
        <p:txBody>
          <a:bodyPr/>
          <a:lstStyle/>
          <a:p>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Tree>
    <p:extLst>
      <p:ext uri="{BB962C8B-B14F-4D97-AF65-F5344CB8AC3E}">
        <p14:creationId xmlns:p14="http://schemas.microsoft.com/office/powerpoint/2010/main" val="42084225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pilot feature specific 2">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0" name="Picture Placeholder 9">
            <a:extLst>
              <a:ext uri="{FF2B5EF4-FFF2-40B4-BE49-F238E27FC236}">
                <a16:creationId xmlns:a16="http://schemas.microsoft.com/office/drawing/2014/main" id="{16F761FA-ABFC-2709-D9A4-285A770143CD}"/>
              </a:ext>
            </a:extLst>
          </p:cNvPr>
          <p:cNvSpPr>
            <a:spLocks noGrp="1"/>
          </p:cNvSpPr>
          <p:nvPr>
            <p:ph type="pic" sz="quarter" idx="32"/>
          </p:nvPr>
        </p:nvSpPr>
        <p:spPr>
          <a:xfrm>
            <a:off x="0" y="0"/>
            <a:ext cx="6103938" cy="6858000"/>
          </a:xfrm>
          <a:prstGeom prst="rect">
            <a:avLst/>
          </a:prstGeom>
          <a:solidFill>
            <a:schemeClr val="accent3"/>
          </a:solidFill>
        </p:spPr>
        <p:txBody>
          <a:bodyPr/>
          <a:lstStyle/>
          <a:p>
            <a:endParaRPr lang="en-US"/>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90834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pilot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18453648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ecurity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A2D3F14D-0D4B-4EFB-F398-BFFFBB46F6D7}"/>
              </a:ext>
            </a:extLst>
          </p:cNvPr>
          <p:cNvSpPr>
            <a:spLocks noGrp="1"/>
          </p:cNvSpPr>
          <p:nvPr>
            <p:ph type="pic" sz="quarter" idx="32"/>
          </p:nvPr>
        </p:nvSpPr>
        <p:spPr>
          <a:xfrm>
            <a:off x="6088062" y="0"/>
            <a:ext cx="6103938" cy="6858000"/>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36929483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ecurity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9297366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Enterprise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608E0FD1-CD5E-A504-86F7-8B2F8D1E3CC9}"/>
              </a:ext>
            </a:extLst>
          </p:cNvPr>
          <p:cNvSpPr>
            <a:spLocks noGrp="1"/>
          </p:cNvSpPr>
          <p:nvPr>
            <p:ph type="pic" sz="quarter" idx="32"/>
          </p:nvPr>
        </p:nvSpPr>
        <p:spPr>
          <a:xfrm>
            <a:off x="6088062" y="0"/>
            <a:ext cx="6103938" cy="6858000"/>
          </a:xfrm>
          <a:prstGeom prst="rect">
            <a:avLst/>
          </a:prstGeom>
          <a:solidFill>
            <a:schemeClr val="accent5"/>
          </a:solidFill>
        </p:spPr>
        <p:txBody>
          <a:bodyPr/>
          <a:lstStyle/>
          <a:p>
            <a:endParaRPr lang="en-US"/>
          </a:p>
        </p:txBody>
      </p:sp>
    </p:spTree>
    <p:extLst>
      <p:ext uri="{BB962C8B-B14F-4D97-AF65-F5344CB8AC3E}">
        <p14:creationId xmlns:p14="http://schemas.microsoft.com/office/powerpoint/2010/main" val="17548762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Enterprise feature specific 2">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16924322-F239-A0FF-709F-A1F181CBA489}"/>
              </a:ext>
            </a:extLst>
          </p:cNvPr>
          <p:cNvSpPr>
            <a:spLocks noGrp="1"/>
          </p:cNvSpPr>
          <p:nvPr>
            <p:ph type="pic" sz="quarter" idx="32"/>
          </p:nvPr>
        </p:nvSpPr>
        <p:spPr>
          <a:xfrm>
            <a:off x="0" y="0"/>
            <a:ext cx="6103938" cy="6858000"/>
          </a:xfrm>
          <a:prstGeom prst="rect">
            <a:avLst/>
          </a:prstGeom>
          <a:solidFill>
            <a:schemeClr val="accent5"/>
          </a:solidFill>
        </p:spPr>
        <p:txBody>
          <a:bodyPr/>
          <a:lstStyle/>
          <a:p>
            <a:endParaRPr lang="en-US"/>
          </a:p>
        </p:txBody>
      </p:sp>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69794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Enterprise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7489211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pilot Roadmap slide_2 features">
    <p:bg>
      <p:bgPr>
        <a:solidFill>
          <a:schemeClr val="bg1"/>
        </a:solidFill>
        <a:effectLst/>
      </p:bgPr>
    </p:bg>
    <p:spTree>
      <p:nvGrpSpPr>
        <p:cNvPr id="1" name=""/>
        <p:cNvGrpSpPr/>
        <p:nvPr/>
      </p:nvGrpSpPr>
      <p:grpSpPr>
        <a:xfrm>
          <a:off x="0" y="0"/>
          <a:ext cx="0" cy="0"/>
          <a:chOff x="0" y="0"/>
          <a:chExt cx="0" cy="0"/>
        </a:xfrm>
      </p:grpSpPr>
      <p:sp>
        <p:nvSpPr>
          <p:cNvPr id="18" name="Text Placeholder 23">
            <a:extLst>
              <a:ext uri="{FF2B5EF4-FFF2-40B4-BE49-F238E27FC236}">
                <a16:creationId xmlns:a16="http://schemas.microsoft.com/office/drawing/2014/main" id="{FA752C42-8FFE-E7DC-6F4B-E25EF4A96C41}"/>
              </a:ext>
            </a:extLst>
          </p:cNvPr>
          <p:cNvSpPr>
            <a:spLocks noGrp="1"/>
          </p:cNvSpPr>
          <p:nvPr>
            <p:ph type="body" sz="quarter" idx="31" hasCustomPrompt="1"/>
          </p:nvPr>
        </p:nvSpPr>
        <p:spPr>
          <a:xfrm>
            <a:off x="288809" y="365644"/>
            <a:ext cx="4086100" cy="442635"/>
          </a:xfrm>
          <a:prstGeom prst="rect">
            <a:avLst/>
          </a:prstGeom>
        </p:spPr>
        <p:txBody>
          <a:bodyPr anchor="b"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19" name="Text Placeholder 23">
            <a:extLst>
              <a:ext uri="{FF2B5EF4-FFF2-40B4-BE49-F238E27FC236}">
                <a16:creationId xmlns:a16="http://schemas.microsoft.com/office/drawing/2014/main" id="{8A9C4DCD-EF1F-C3CD-2570-EF693C75FD15}"/>
              </a:ext>
            </a:extLst>
          </p:cNvPr>
          <p:cNvSpPr>
            <a:spLocks noGrp="1"/>
          </p:cNvSpPr>
          <p:nvPr>
            <p:ph type="body" sz="quarter" idx="32" hasCustomPrompt="1"/>
          </p:nvPr>
        </p:nvSpPr>
        <p:spPr>
          <a:xfrm>
            <a:off x="4994384"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2" name="Text Placeholder 23">
            <a:extLst>
              <a:ext uri="{FF2B5EF4-FFF2-40B4-BE49-F238E27FC236}">
                <a16:creationId xmlns:a16="http://schemas.microsoft.com/office/drawing/2014/main" id="{F9241AAA-8131-726E-B1DB-AAAD8D4021CF}"/>
              </a:ext>
            </a:extLst>
          </p:cNvPr>
          <p:cNvSpPr>
            <a:spLocks noGrp="1"/>
          </p:cNvSpPr>
          <p:nvPr>
            <p:ph type="body" sz="quarter" idx="33" hasCustomPrompt="1"/>
          </p:nvPr>
        </p:nvSpPr>
        <p:spPr>
          <a:xfrm>
            <a:off x="4994385"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3" name="Text Placeholder 23">
            <a:extLst>
              <a:ext uri="{FF2B5EF4-FFF2-40B4-BE49-F238E27FC236}">
                <a16:creationId xmlns:a16="http://schemas.microsoft.com/office/drawing/2014/main" id="{C492EABB-08D4-AC0C-3F73-88250F24E33A}"/>
              </a:ext>
            </a:extLst>
          </p:cNvPr>
          <p:cNvSpPr>
            <a:spLocks noGrp="1"/>
          </p:cNvSpPr>
          <p:nvPr>
            <p:ph type="body" sz="quarter" idx="35" hasCustomPrompt="1"/>
          </p:nvPr>
        </p:nvSpPr>
        <p:spPr>
          <a:xfrm>
            <a:off x="8725136"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4" name="Text Placeholder 23">
            <a:extLst>
              <a:ext uri="{FF2B5EF4-FFF2-40B4-BE49-F238E27FC236}">
                <a16:creationId xmlns:a16="http://schemas.microsoft.com/office/drawing/2014/main" id="{1683D537-28C2-931A-7552-67F3035AF4D7}"/>
              </a:ext>
            </a:extLst>
          </p:cNvPr>
          <p:cNvSpPr>
            <a:spLocks noGrp="1"/>
          </p:cNvSpPr>
          <p:nvPr>
            <p:ph type="body" sz="quarter" idx="36" hasCustomPrompt="1"/>
          </p:nvPr>
        </p:nvSpPr>
        <p:spPr>
          <a:xfrm>
            <a:off x="8725137"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5" name="Text Placeholder 23">
            <a:extLst>
              <a:ext uri="{FF2B5EF4-FFF2-40B4-BE49-F238E27FC236}">
                <a16:creationId xmlns:a16="http://schemas.microsoft.com/office/drawing/2014/main" id="{6CCE2E32-8BB9-AC99-A4CA-0D769759AEE2}"/>
              </a:ext>
            </a:extLst>
          </p:cNvPr>
          <p:cNvSpPr>
            <a:spLocks noGrp="1"/>
          </p:cNvSpPr>
          <p:nvPr>
            <p:ph type="body" sz="quarter" idx="42" hasCustomPrompt="1"/>
          </p:nvPr>
        </p:nvSpPr>
        <p:spPr>
          <a:xfrm>
            <a:off x="4996541"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6" name="Text Placeholder 23">
            <a:extLst>
              <a:ext uri="{FF2B5EF4-FFF2-40B4-BE49-F238E27FC236}">
                <a16:creationId xmlns:a16="http://schemas.microsoft.com/office/drawing/2014/main" id="{42F71B73-1988-5873-1F14-44AA8F8941AB}"/>
              </a:ext>
            </a:extLst>
          </p:cNvPr>
          <p:cNvSpPr>
            <a:spLocks noGrp="1"/>
          </p:cNvSpPr>
          <p:nvPr>
            <p:ph type="body" sz="quarter" idx="43" hasCustomPrompt="1"/>
          </p:nvPr>
        </p:nvSpPr>
        <p:spPr>
          <a:xfrm>
            <a:off x="8725137"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7" name="Title 4">
            <a:extLst>
              <a:ext uri="{FF2B5EF4-FFF2-40B4-BE49-F238E27FC236}">
                <a16:creationId xmlns:a16="http://schemas.microsoft.com/office/drawing/2014/main" id="{7D7A8B61-BC0D-4B3F-0558-1874E953EE86}"/>
              </a:ext>
            </a:extLst>
          </p:cNvPr>
          <p:cNvSpPr>
            <a:spLocks noGrp="1"/>
          </p:cNvSpPr>
          <p:nvPr>
            <p:ph type="title" hasCustomPrompt="1"/>
          </p:nvPr>
        </p:nvSpPr>
        <p:spPr>
          <a:xfrm>
            <a:off x="283070" y="941950"/>
            <a:ext cx="4086099" cy="5550406"/>
          </a:xfrm>
          <a:prstGeom prst="rect">
            <a:avLst/>
          </a:prstGeom>
        </p:spPr>
        <p:txBody>
          <a:bodyPr/>
          <a:lstStyle>
            <a:lvl1pPr>
              <a:defRPr b="1" i="0">
                <a:solidFill>
                  <a:schemeClr val="tx1"/>
                </a:solidFill>
                <a:latin typeface="Aptos" pitchFamily="2" charset="77"/>
              </a:defRPr>
            </a:lvl1pPr>
          </a:lstStyle>
          <a:p>
            <a:r>
              <a:rPr lang="en-US"/>
              <a:t>Title that should be 10 words or less</a:t>
            </a:r>
          </a:p>
        </p:txBody>
      </p:sp>
      <p:sp>
        <p:nvSpPr>
          <p:cNvPr id="2" name="Rectangle 1">
            <a:extLst>
              <a:ext uri="{FF2B5EF4-FFF2-40B4-BE49-F238E27FC236}">
                <a16:creationId xmlns:a16="http://schemas.microsoft.com/office/drawing/2014/main" id="{713E0C1C-BBFB-5C23-9941-50DB6F241B83}"/>
              </a:ext>
            </a:extLst>
          </p:cNvPr>
          <p:cNvSpPr/>
          <p:nvPr userDrawn="1"/>
        </p:nvSpPr>
        <p:spPr>
          <a:xfrm>
            <a:off x="8461248"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A3C9200-315C-B256-15DE-34F1CA4FE119}"/>
              </a:ext>
            </a:extLst>
          </p:cNvPr>
          <p:cNvSpPr/>
          <p:nvPr userDrawn="1"/>
        </p:nvSpPr>
        <p:spPr>
          <a:xfrm>
            <a:off x="4724423"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25AC0458-901E-D182-3617-D91492821907}"/>
              </a:ext>
            </a:extLst>
          </p:cNvPr>
          <p:cNvSpPr>
            <a:spLocks noGrp="1"/>
          </p:cNvSpPr>
          <p:nvPr>
            <p:ph type="pic" sz="quarter" idx="44"/>
          </p:nvPr>
        </p:nvSpPr>
        <p:spPr>
          <a:xfrm>
            <a:off x="4760999" y="0"/>
            <a:ext cx="3694176" cy="3694176"/>
          </a:xfrm>
          <a:prstGeom prst="rect">
            <a:avLst/>
          </a:prstGeom>
          <a:solidFill>
            <a:schemeClr val="accent3"/>
          </a:solidFill>
        </p:spPr>
        <p:txBody>
          <a:bodyPr/>
          <a:lstStyle/>
          <a:p>
            <a:endParaRPr lang="en-US"/>
          </a:p>
        </p:txBody>
      </p:sp>
      <p:sp>
        <p:nvSpPr>
          <p:cNvPr id="13" name="Picture Placeholder 9">
            <a:extLst>
              <a:ext uri="{FF2B5EF4-FFF2-40B4-BE49-F238E27FC236}">
                <a16:creationId xmlns:a16="http://schemas.microsoft.com/office/drawing/2014/main" id="{24114CFF-B0A0-A1F7-5DDA-253C84E1C30D}"/>
              </a:ext>
            </a:extLst>
          </p:cNvPr>
          <p:cNvSpPr>
            <a:spLocks noGrp="1"/>
          </p:cNvSpPr>
          <p:nvPr>
            <p:ph type="pic" sz="quarter" idx="45"/>
          </p:nvPr>
        </p:nvSpPr>
        <p:spPr>
          <a:xfrm>
            <a:off x="8497824" y="0"/>
            <a:ext cx="3694176" cy="3694176"/>
          </a:xfrm>
          <a:prstGeom prst="rect">
            <a:avLst/>
          </a:prstGeom>
          <a:solidFill>
            <a:schemeClr val="accent3"/>
          </a:solidFill>
        </p:spPr>
        <p:txBody>
          <a:bodyPr/>
          <a:lstStyle/>
          <a:p>
            <a:endParaRPr lang="en-US"/>
          </a:p>
        </p:txBody>
      </p:sp>
    </p:spTree>
    <p:extLst>
      <p:ext uri="{BB962C8B-B14F-4D97-AF65-F5344CB8AC3E}">
        <p14:creationId xmlns:p14="http://schemas.microsoft.com/office/powerpoint/2010/main" val="512641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Security Roadmap slide_3 features - light mode">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6E16561-B8B1-9D14-AD15-7B3274B52B27}"/>
              </a:ext>
            </a:extLst>
          </p:cNvPr>
          <p:cNvSpPr/>
          <p:nvPr userDrawn="1"/>
        </p:nvSpPr>
        <p:spPr>
          <a:xfrm>
            <a:off x="8117893" y="1755648"/>
            <a:ext cx="36576" cy="51023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Placeholder 23">
            <a:extLst>
              <a:ext uri="{FF2B5EF4-FFF2-40B4-BE49-F238E27FC236}">
                <a16:creationId xmlns:a16="http://schemas.microsoft.com/office/drawing/2014/main" id="{64EEAE1A-5DA8-56EB-F8EA-26929E8D8A2A}"/>
              </a:ext>
            </a:extLst>
          </p:cNvPr>
          <p:cNvSpPr>
            <a:spLocks noGrp="1"/>
          </p:cNvSpPr>
          <p:nvPr>
            <p:ph type="body" sz="quarter" idx="31" hasCustomPrompt="1"/>
          </p:nvPr>
        </p:nvSpPr>
        <p:spPr>
          <a:xfrm>
            <a:off x="266509" y="315963"/>
            <a:ext cx="11671846" cy="442635"/>
          </a:xfrm>
          <a:prstGeom prst="rect">
            <a:avLst/>
          </a:prstGeom>
        </p:spPr>
        <p:txBody>
          <a:bodyPr anchor="b" anchorCtr="0">
            <a:noAutofit/>
          </a:bodyPr>
          <a:lstStyle>
            <a:lvl1pPr marL="0" indent="0" algn="l">
              <a:buNone/>
              <a:defRPr sz="16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29" name="Text Placeholder 23">
            <a:extLst>
              <a:ext uri="{FF2B5EF4-FFF2-40B4-BE49-F238E27FC236}">
                <a16:creationId xmlns:a16="http://schemas.microsoft.com/office/drawing/2014/main" id="{E0769167-6666-38D4-621D-ED2CDB7679E5}"/>
              </a:ext>
            </a:extLst>
          </p:cNvPr>
          <p:cNvSpPr>
            <a:spLocks noGrp="1"/>
          </p:cNvSpPr>
          <p:nvPr>
            <p:ph type="body" sz="quarter" idx="26" hasCustomPrompt="1"/>
          </p:nvPr>
        </p:nvSpPr>
        <p:spPr>
          <a:xfrm>
            <a:off x="265242" y="5434006"/>
            <a:ext cx="3508572"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0" name="Text Placeholder 23">
            <a:extLst>
              <a:ext uri="{FF2B5EF4-FFF2-40B4-BE49-F238E27FC236}">
                <a16:creationId xmlns:a16="http://schemas.microsoft.com/office/drawing/2014/main" id="{39A8D513-B9E9-7B5B-B3D5-A4C690BDF9AE}"/>
              </a:ext>
            </a:extLst>
          </p:cNvPr>
          <p:cNvSpPr>
            <a:spLocks noGrp="1"/>
          </p:cNvSpPr>
          <p:nvPr>
            <p:ph type="body" sz="quarter" idx="27" hasCustomPrompt="1"/>
          </p:nvPr>
        </p:nvSpPr>
        <p:spPr>
          <a:xfrm>
            <a:off x="265241" y="5941613"/>
            <a:ext cx="3508572"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1" name="Text Placeholder 23">
            <a:extLst>
              <a:ext uri="{FF2B5EF4-FFF2-40B4-BE49-F238E27FC236}">
                <a16:creationId xmlns:a16="http://schemas.microsoft.com/office/drawing/2014/main" id="{A76A2BB0-FCD6-2636-7423-16BB5C27207D}"/>
              </a:ext>
            </a:extLst>
          </p:cNvPr>
          <p:cNvSpPr>
            <a:spLocks noGrp="1"/>
          </p:cNvSpPr>
          <p:nvPr>
            <p:ph type="body" sz="quarter" idx="32" hasCustomPrompt="1"/>
          </p:nvPr>
        </p:nvSpPr>
        <p:spPr>
          <a:xfrm>
            <a:off x="4291201" y="5434006"/>
            <a:ext cx="3610056"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2" name="Text Placeholder 23">
            <a:extLst>
              <a:ext uri="{FF2B5EF4-FFF2-40B4-BE49-F238E27FC236}">
                <a16:creationId xmlns:a16="http://schemas.microsoft.com/office/drawing/2014/main" id="{04EA0C85-87D4-757E-83C4-5832F27B42D3}"/>
              </a:ext>
            </a:extLst>
          </p:cNvPr>
          <p:cNvSpPr>
            <a:spLocks noGrp="1"/>
          </p:cNvSpPr>
          <p:nvPr>
            <p:ph type="body" sz="quarter" idx="33" hasCustomPrompt="1"/>
          </p:nvPr>
        </p:nvSpPr>
        <p:spPr>
          <a:xfrm>
            <a:off x="4291200" y="5941613"/>
            <a:ext cx="3610056"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3" name="Text Placeholder 23">
            <a:extLst>
              <a:ext uri="{FF2B5EF4-FFF2-40B4-BE49-F238E27FC236}">
                <a16:creationId xmlns:a16="http://schemas.microsoft.com/office/drawing/2014/main" id="{6D8116AD-CE22-2D8C-9DE3-F3C77FA0753B}"/>
              </a:ext>
            </a:extLst>
          </p:cNvPr>
          <p:cNvSpPr>
            <a:spLocks noGrp="1"/>
          </p:cNvSpPr>
          <p:nvPr>
            <p:ph type="body" sz="quarter" idx="35" hasCustomPrompt="1"/>
          </p:nvPr>
        </p:nvSpPr>
        <p:spPr>
          <a:xfrm>
            <a:off x="8371106" y="5434006"/>
            <a:ext cx="3602734"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4" name="Text Placeholder 23">
            <a:extLst>
              <a:ext uri="{FF2B5EF4-FFF2-40B4-BE49-F238E27FC236}">
                <a16:creationId xmlns:a16="http://schemas.microsoft.com/office/drawing/2014/main" id="{151BA3FC-D378-BC14-12AC-B36B8DDEBA1A}"/>
              </a:ext>
            </a:extLst>
          </p:cNvPr>
          <p:cNvSpPr>
            <a:spLocks noGrp="1"/>
          </p:cNvSpPr>
          <p:nvPr>
            <p:ph type="body" sz="quarter" idx="36" hasCustomPrompt="1"/>
          </p:nvPr>
        </p:nvSpPr>
        <p:spPr>
          <a:xfrm>
            <a:off x="8371105" y="5941613"/>
            <a:ext cx="3602734"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5" name="Text Placeholder 23">
            <a:extLst>
              <a:ext uri="{FF2B5EF4-FFF2-40B4-BE49-F238E27FC236}">
                <a16:creationId xmlns:a16="http://schemas.microsoft.com/office/drawing/2014/main" id="{5B4CF656-7D1C-725E-023D-71287E559159}"/>
              </a:ext>
            </a:extLst>
          </p:cNvPr>
          <p:cNvSpPr>
            <a:spLocks noGrp="1"/>
          </p:cNvSpPr>
          <p:nvPr>
            <p:ph type="body" sz="quarter" idx="41" hasCustomPrompt="1"/>
          </p:nvPr>
        </p:nvSpPr>
        <p:spPr>
          <a:xfrm>
            <a:off x="265241" y="5205470"/>
            <a:ext cx="3508572"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6" name="Text Placeholder 23">
            <a:extLst>
              <a:ext uri="{FF2B5EF4-FFF2-40B4-BE49-F238E27FC236}">
                <a16:creationId xmlns:a16="http://schemas.microsoft.com/office/drawing/2014/main" id="{233DF6E9-5543-2FB0-CA50-1F53ED4A1728}"/>
              </a:ext>
            </a:extLst>
          </p:cNvPr>
          <p:cNvSpPr>
            <a:spLocks noGrp="1"/>
          </p:cNvSpPr>
          <p:nvPr>
            <p:ph type="body" sz="quarter" idx="42" hasCustomPrompt="1"/>
          </p:nvPr>
        </p:nvSpPr>
        <p:spPr>
          <a:xfrm>
            <a:off x="4291200" y="5187721"/>
            <a:ext cx="3610056"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7" name="Text Placeholder 23">
            <a:extLst>
              <a:ext uri="{FF2B5EF4-FFF2-40B4-BE49-F238E27FC236}">
                <a16:creationId xmlns:a16="http://schemas.microsoft.com/office/drawing/2014/main" id="{19097207-A056-2FD7-F060-385A6EC4EDD3}"/>
              </a:ext>
            </a:extLst>
          </p:cNvPr>
          <p:cNvSpPr>
            <a:spLocks noGrp="1"/>
          </p:cNvSpPr>
          <p:nvPr>
            <p:ph type="body" sz="quarter" idx="43" hasCustomPrompt="1"/>
          </p:nvPr>
        </p:nvSpPr>
        <p:spPr>
          <a:xfrm>
            <a:off x="8371105" y="5187721"/>
            <a:ext cx="3602734"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8" name="Title 5">
            <a:extLst>
              <a:ext uri="{FF2B5EF4-FFF2-40B4-BE49-F238E27FC236}">
                <a16:creationId xmlns:a16="http://schemas.microsoft.com/office/drawing/2014/main" id="{F59283A9-EF46-CC74-737A-A8DA35AE2369}"/>
              </a:ext>
            </a:extLst>
          </p:cNvPr>
          <p:cNvSpPr>
            <a:spLocks noGrp="1"/>
          </p:cNvSpPr>
          <p:nvPr>
            <p:ph type="title" hasCustomPrompt="1"/>
          </p:nvPr>
        </p:nvSpPr>
        <p:spPr>
          <a:xfrm>
            <a:off x="265241" y="896026"/>
            <a:ext cx="11671847" cy="701863"/>
          </a:xfrm>
          <a:prstGeom prst="rect">
            <a:avLst/>
          </a:prstGeom>
        </p:spPr>
        <p:txBody>
          <a:bodyPr/>
          <a:lstStyle>
            <a:lvl1pPr>
              <a:defRPr b="1" i="0">
                <a:solidFill>
                  <a:schemeClr val="bg1"/>
                </a:solidFill>
                <a:latin typeface="Aptos" pitchFamily="2" charset="77"/>
              </a:defRPr>
            </a:lvl1pPr>
          </a:lstStyle>
          <a:p>
            <a:r>
              <a:rPr lang="en-US"/>
              <a:t>Title that should be 10 words or less</a:t>
            </a:r>
          </a:p>
        </p:txBody>
      </p:sp>
      <p:sp>
        <p:nvSpPr>
          <p:cNvPr id="3" name="Rectangle 2">
            <a:extLst>
              <a:ext uri="{FF2B5EF4-FFF2-40B4-BE49-F238E27FC236}">
                <a16:creationId xmlns:a16="http://schemas.microsoft.com/office/drawing/2014/main" id="{4A760EA7-4222-D88A-826C-72AA4D4DD8B0}"/>
              </a:ext>
            </a:extLst>
          </p:cNvPr>
          <p:cNvSpPr/>
          <p:nvPr userDrawn="1"/>
        </p:nvSpPr>
        <p:spPr>
          <a:xfrm>
            <a:off x="4041649" y="1755648"/>
            <a:ext cx="36576" cy="51023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D93795-C7C0-7636-091A-A6E374D7AD46}"/>
              </a:ext>
            </a:extLst>
          </p:cNvPr>
          <p:cNvSpPr/>
          <p:nvPr userDrawn="1"/>
        </p:nvSpPr>
        <p:spPr>
          <a:xfrm rot="5400000">
            <a:off x="6077712" y="-4328386"/>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13">
            <a:extLst>
              <a:ext uri="{FF2B5EF4-FFF2-40B4-BE49-F238E27FC236}">
                <a16:creationId xmlns:a16="http://schemas.microsoft.com/office/drawing/2014/main" id="{EBC815E3-BB59-F649-6CA9-D540D7BF34BC}"/>
              </a:ext>
            </a:extLst>
          </p:cNvPr>
          <p:cNvSpPr>
            <a:spLocks noGrp="1"/>
          </p:cNvSpPr>
          <p:nvPr>
            <p:ph type="pic" sz="quarter" idx="44"/>
          </p:nvPr>
        </p:nvSpPr>
        <p:spPr>
          <a:xfrm>
            <a:off x="0" y="1784379"/>
            <a:ext cx="4032250" cy="3103545"/>
          </a:xfrm>
          <a:prstGeom prst="rect">
            <a:avLst/>
          </a:prstGeom>
          <a:solidFill>
            <a:schemeClr val="accent1"/>
          </a:solidFill>
        </p:spPr>
        <p:txBody>
          <a:bodyPr/>
          <a:lstStyle/>
          <a:p>
            <a:endParaRPr lang="en-US"/>
          </a:p>
        </p:txBody>
      </p:sp>
      <p:sp>
        <p:nvSpPr>
          <p:cNvPr id="15" name="Picture Placeholder 13">
            <a:extLst>
              <a:ext uri="{FF2B5EF4-FFF2-40B4-BE49-F238E27FC236}">
                <a16:creationId xmlns:a16="http://schemas.microsoft.com/office/drawing/2014/main" id="{0A1DC661-4272-AC8D-8951-BCB09F14B217}"/>
              </a:ext>
            </a:extLst>
          </p:cNvPr>
          <p:cNvSpPr>
            <a:spLocks noGrp="1"/>
          </p:cNvSpPr>
          <p:nvPr>
            <p:ph type="pic" sz="quarter" idx="45"/>
          </p:nvPr>
        </p:nvSpPr>
        <p:spPr>
          <a:xfrm>
            <a:off x="4079875" y="1784379"/>
            <a:ext cx="4032250" cy="3103545"/>
          </a:xfrm>
          <a:prstGeom prst="rect">
            <a:avLst/>
          </a:prstGeom>
          <a:solidFill>
            <a:schemeClr val="accent1"/>
          </a:solidFill>
        </p:spPr>
        <p:txBody>
          <a:bodyPr/>
          <a:lstStyle/>
          <a:p>
            <a:endParaRPr lang="en-US"/>
          </a:p>
        </p:txBody>
      </p:sp>
      <p:sp>
        <p:nvSpPr>
          <p:cNvPr id="16" name="Picture Placeholder 13">
            <a:extLst>
              <a:ext uri="{FF2B5EF4-FFF2-40B4-BE49-F238E27FC236}">
                <a16:creationId xmlns:a16="http://schemas.microsoft.com/office/drawing/2014/main" id="{C7D4584E-4C3C-7308-6D5B-892C90B6695F}"/>
              </a:ext>
            </a:extLst>
          </p:cNvPr>
          <p:cNvSpPr>
            <a:spLocks noGrp="1"/>
          </p:cNvSpPr>
          <p:nvPr>
            <p:ph type="pic" sz="quarter" idx="46"/>
          </p:nvPr>
        </p:nvSpPr>
        <p:spPr>
          <a:xfrm>
            <a:off x="8159750" y="1784379"/>
            <a:ext cx="4032250" cy="3103545"/>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31382047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Enterprise Product one image">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F39D8AA-00A9-0670-AD3C-169F3A69C11A}"/>
              </a:ext>
            </a:extLst>
          </p:cNvPr>
          <p:cNvSpPr>
            <a:spLocks noGrp="1"/>
          </p:cNvSpPr>
          <p:nvPr>
            <p:ph type="pic" sz="quarter" idx="32"/>
          </p:nvPr>
        </p:nvSpPr>
        <p:spPr>
          <a:xfrm>
            <a:off x="6088062" y="0"/>
            <a:ext cx="6103938" cy="6858000"/>
          </a:xfrm>
          <a:prstGeom prst="rect">
            <a:avLst/>
          </a:prstGeom>
          <a:solidFill>
            <a:schemeClr val="accent5"/>
          </a:solidFill>
        </p:spPr>
        <p:txBody>
          <a:bodyPr/>
          <a:lstStyle/>
          <a:p>
            <a:endParaRPr lang="en-US"/>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4" name="Title 3">
            <a:extLst>
              <a:ext uri="{FF2B5EF4-FFF2-40B4-BE49-F238E27FC236}">
                <a16:creationId xmlns:a16="http://schemas.microsoft.com/office/drawing/2014/main" id="{CF3CD644-844F-AA19-6318-67C80A1643AC}"/>
              </a:ext>
            </a:extLst>
          </p:cNvPr>
          <p:cNvSpPr>
            <a:spLocks noGrp="1"/>
          </p:cNvSpPr>
          <p:nvPr>
            <p:ph type="title" hasCustomPrompt="1"/>
          </p:nvPr>
        </p:nvSpPr>
        <p:spPr>
          <a:xfrm>
            <a:off x="380678" y="1078522"/>
            <a:ext cx="5329526" cy="2860431"/>
          </a:xfrm>
          <a:prstGeom prst="rect">
            <a:avLst/>
          </a:prstGeom>
        </p:spPr>
        <p:txBody>
          <a:bodyPr/>
          <a:lstStyle>
            <a:lvl1pPr>
              <a:defRPr b="1" i="0">
                <a:solidFill>
                  <a:schemeClr val="tx1"/>
                </a:solidFill>
                <a:latin typeface="Aptos" pitchFamily="2" charset="77"/>
              </a:defRPr>
            </a:lvl1pPr>
          </a:lstStyle>
          <a:p>
            <a:r>
              <a:rPr lang="en-US"/>
              <a:t>The name of the new feature/tool</a:t>
            </a:r>
          </a:p>
        </p:txBody>
      </p:sp>
      <p:sp>
        <p:nvSpPr>
          <p:cNvPr id="7" name="Rectangle 6">
            <a:extLst>
              <a:ext uri="{FF2B5EF4-FFF2-40B4-BE49-F238E27FC236}">
                <a16:creationId xmlns:a16="http://schemas.microsoft.com/office/drawing/2014/main" id="{7F8338F7-6F56-27F7-EE5C-C77A63AB65A9}"/>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4896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peaker bios (2 speakers)">
    <p:bg>
      <p:bgPr>
        <a:solidFill>
          <a:srgbClr val="000000"/>
        </a:solidFill>
        <a:effectLst/>
      </p:bgPr>
    </p:bg>
    <p:spTree>
      <p:nvGrpSpPr>
        <p:cNvPr id="1" name=""/>
        <p:cNvGrpSpPr/>
        <p:nvPr/>
      </p:nvGrpSpPr>
      <p:grpSpPr>
        <a:xfrm>
          <a:off x="0" y="0"/>
          <a:ext cx="0" cy="0"/>
          <a:chOff x="0" y="0"/>
          <a:chExt cx="0" cy="0"/>
        </a:xfrm>
      </p:grpSpPr>
      <p:sp>
        <p:nvSpPr>
          <p:cNvPr id="4" name="Picture Placeholder 17">
            <a:extLst>
              <a:ext uri="{FF2B5EF4-FFF2-40B4-BE49-F238E27FC236}">
                <a16:creationId xmlns:a16="http://schemas.microsoft.com/office/drawing/2014/main" id="{F3FDF2F6-0C09-B759-ED6E-3BDD87138F69}"/>
              </a:ext>
            </a:extLst>
          </p:cNvPr>
          <p:cNvSpPr>
            <a:spLocks noGrp="1"/>
          </p:cNvSpPr>
          <p:nvPr>
            <p:ph type="pic" sz="quarter" idx="39" hasCustomPrompt="1"/>
          </p:nvPr>
        </p:nvSpPr>
        <p:spPr>
          <a:xfrm>
            <a:off x="6212954" y="887159"/>
            <a:ext cx="5108757" cy="3245491"/>
          </a:xfrm>
          <a:prstGeom prst="roundRect">
            <a:avLst>
              <a:gd name="adj" fmla="val 4523"/>
            </a:avLst>
          </a:prstGeom>
          <a:noFill/>
          <a:ln>
            <a:solidFill>
              <a:schemeClr val="tx2"/>
            </a:solidFill>
          </a:ln>
          <a:effectLst>
            <a:outerShdw blurRad="254000" dist="254000" dir="5400000" algn="t" rotWithShape="0">
              <a:prstClr val="black">
                <a:alpha val="40000"/>
              </a:prstClr>
            </a:outerShdw>
          </a:effectLst>
        </p:spPr>
        <p:txBody>
          <a:bodyPr anchor="ctr"/>
          <a:lstStyle>
            <a:lvl1pPr algn="ctr">
              <a:defRPr sz="1800">
                <a:latin typeface="Aptos" pitchFamily="2" charset="77"/>
              </a:defRPr>
            </a:lvl1pPr>
          </a:lstStyle>
          <a:p>
            <a:r>
              <a:rPr lang="en-US"/>
              <a:t>Photo of speaker</a:t>
            </a:r>
          </a:p>
        </p:txBody>
      </p:sp>
      <p:sp>
        <p:nvSpPr>
          <p:cNvPr id="3" name="Picture Placeholder 17">
            <a:extLst>
              <a:ext uri="{FF2B5EF4-FFF2-40B4-BE49-F238E27FC236}">
                <a16:creationId xmlns:a16="http://schemas.microsoft.com/office/drawing/2014/main" id="{984C9A0B-0D19-5546-B75C-FEC1FABD63FF}"/>
              </a:ext>
            </a:extLst>
          </p:cNvPr>
          <p:cNvSpPr>
            <a:spLocks noGrp="1"/>
          </p:cNvSpPr>
          <p:nvPr>
            <p:ph type="pic" sz="quarter" idx="10" hasCustomPrompt="1"/>
          </p:nvPr>
        </p:nvSpPr>
        <p:spPr>
          <a:xfrm>
            <a:off x="870283" y="887159"/>
            <a:ext cx="5108757" cy="3245491"/>
          </a:xfrm>
          <a:prstGeom prst="roundRect">
            <a:avLst>
              <a:gd name="adj" fmla="val 4523"/>
            </a:avLst>
          </a:prstGeom>
          <a:noFill/>
          <a:ln>
            <a:solidFill>
              <a:schemeClr val="tx2"/>
            </a:solidFill>
          </a:ln>
          <a:effectLst>
            <a:outerShdw blurRad="254000" dist="254000" dir="5400000" algn="t" rotWithShape="0">
              <a:prstClr val="black">
                <a:alpha val="40000"/>
              </a:prstClr>
            </a:outerShdw>
          </a:effectLst>
        </p:spPr>
        <p:txBody>
          <a:bodyPr anchor="ctr"/>
          <a:lstStyle>
            <a:lvl1pPr algn="ctr">
              <a:defRPr sz="1800">
                <a:latin typeface="Aptos" pitchFamily="2" charset="77"/>
              </a:defRPr>
            </a:lvl1pPr>
          </a:lstStyle>
          <a:p>
            <a:r>
              <a:rPr lang="en-US"/>
              <a:t>Photo of speaker</a:t>
            </a:r>
          </a:p>
        </p:txBody>
      </p:sp>
      <p:sp>
        <p:nvSpPr>
          <p:cNvPr id="6" name="Text Placeholder 23">
            <a:extLst>
              <a:ext uri="{FF2B5EF4-FFF2-40B4-BE49-F238E27FC236}">
                <a16:creationId xmlns:a16="http://schemas.microsoft.com/office/drawing/2014/main" id="{347ABF95-5A12-B61E-19CB-B893D566D326}"/>
              </a:ext>
            </a:extLst>
          </p:cNvPr>
          <p:cNvSpPr>
            <a:spLocks noGrp="1"/>
          </p:cNvSpPr>
          <p:nvPr>
            <p:ph type="body" sz="quarter" idx="34" hasCustomPrompt="1"/>
          </p:nvPr>
        </p:nvSpPr>
        <p:spPr>
          <a:xfrm>
            <a:off x="870283" y="5208213"/>
            <a:ext cx="5066689" cy="1266956"/>
          </a:xfrm>
          <a:prstGeom prst="rect">
            <a:avLst/>
          </a:prstGeom>
        </p:spPr>
        <p:txBody>
          <a:bodyPr anchor="t"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Write the speaker bio here</a:t>
            </a:r>
          </a:p>
        </p:txBody>
      </p:sp>
      <p:sp>
        <p:nvSpPr>
          <p:cNvPr id="7" name="Text Placeholder 23">
            <a:extLst>
              <a:ext uri="{FF2B5EF4-FFF2-40B4-BE49-F238E27FC236}">
                <a16:creationId xmlns:a16="http://schemas.microsoft.com/office/drawing/2014/main" id="{01BFB022-2179-4159-D6AB-E98490DA0C42}"/>
              </a:ext>
            </a:extLst>
          </p:cNvPr>
          <p:cNvSpPr>
            <a:spLocks noGrp="1"/>
          </p:cNvSpPr>
          <p:nvPr>
            <p:ph type="body" sz="quarter" idx="30" hasCustomPrompt="1"/>
          </p:nvPr>
        </p:nvSpPr>
        <p:spPr>
          <a:xfrm>
            <a:off x="870284" y="4336037"/>
            <a:ext cx="5066691" cy="538735"/>
          </a:xfrm>
          <a:prstGeom prst="rect">
            <a:avLst/>
          </a:prstGeom>
        </p:spPr>
        <p:txBody>
          <a:bodyPr anchor="t" anchorCtr="0">
            <a:noAutofit/>
          </a:bodyPr>
          <a:lstStyle>
            <a:lvl1pPr marL="0" indent="0" algn="l">
              <a:buNone/>
              <a:defRPr sz="24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8" name="Text Placeholder 23">
            <a:extLst>
              <a:ext uri="{FF2B5EF4-FFF2-40B4-BE49-F238E27FC236}">
                <a16:creationId xmlns:a16="http://schemas.microsoft.com/office/drawing/2014/main" id="{8A57A9A7-E0F4-7827-5DF6-3585E337734F}"/>
              </a:ext>
            </a:extLst>
          </p:cNvPr>
          <p:cNvSpPr>
            <a:spLocks noGrp="1"/>
          </p:cNvSpPr>
          <p:nvPr>
            <p:ph type="body" sz="quarter" idx="31" hasCustomPrompt="1"/>
          </p:nvPr>
        </p:nvSpPr>
        <p:spPr>
          <a:xfrm>
            <a:off x="870284" y="4884767"/>
            <a:ext cx="5066690" cy="310085"/>
          </a:xfrm>
          <a:prstGeom prst="rect">
            <a:avLst/>
          </a:prstGeom>
        </p:spPr>
        <p:txBody>
          <a:bodyPr anchor="ctr" anchorCtr="0">
            <a:noAutofit/>
          </a:bodyPr>
          <a:lstStyle>
            <a:lvl1pPr marL="0" indent="0" algn="l">
              <a:buNone/>
              <a:defRPr sz="1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title / Company name</a:t>
            </a:r>
          </a:p>
        </p:txBody>
      </p:sp>
      <p:sp>
        <p:nvSpPr>
          <p:cNvPr id="5" name="Text Placeholder 23">
            <a:extLst>
              <a:ext uri="{FF2B5EF4-FFF2-40B4-BE49-F238E27FC236}">
                <a16:creationId xmlns:a16="http://schemas.microsoft.com/office/drawing/2014/main" id="{9069A236-613C-7FB0-5EA8-A37EDBDE6A37}"/>
              </a:ext>
            </a:extLst>
          </p:cNvPr>
          <p:cNvSpPr>
            <a:spLocks noGrp="1"/>
          </p:cNvSpPr>
          <p:nvPr>
            <p:ph type="body" sz="quarter" idx="36" hasCustomPrompt="1"/>
          </p:nvPr>
        </p:nvSpPr>
        <p:spPr>
          <a:xfrm>
            <a:off x="6255023" y="5208213"/>
            <a:ext cx="5066689" cy="1266956"/>
          </a:xfrm>
          <a:prstGeom prst="rect">
            <a:avLst/>
          </a:prstGeom>
        </p:spPr>
        <p:txBody>
          <a:bodyPr anchor="t"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Write the speaker bio here</a:t>
            </a:r>
          </a:p>
        </p:txBody>
      </p:sp>
      <p:sp>
        <p:nvSpPr>
          <p:cNvPr id="9" name="Text Placeholder 23">
            <a:extLst>
              <a:ext uri="{FF2B5EF4-FFF2-40B4-BE49-F238E27FC236}">
                <a16:creationId xmlns:a16="http://schemas.microsoft.com/office/drawing/2014/main" id="{133A6542-358F-68BF-EC8C-3ED656B2CE84}"/>
              </a:ext>
            </a:extLst>
          </p:cNvPr>
          <p:cNvSpPr>
            <a:spLocks noGrp="1"/>
          </p:cNvSpPr>
          <p:nvPr>
            <p:ph type="body" sz="quarter" idx="37" hasCustomPrompt="1"/>
          </p:nvPr>
        </p:nvSpPr>
        <p:spPr>
          <a:xfrm>
            <a:off x="6255024" y="4336037"/>
            <a:ext cx="5066691" cy="538735"/>
          </a:xfrm>
          <a:prstGeom prst="rect">
            <a:avLst/>
          </a:prstGeom>
        </p:spPr>
        <p:txBody>
          <a:bodyPr anchor="t" anchorCtr="0">
            <a:noAutofit/>
          </a:bodyPr>
          <a:lstStyle>
            <a:lvl1pPr marL="0" indent="0" algn="l">
              <a:buNone/>
              <a:defRPr sz="24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10" name="Text Placeholder 23">
            <a:extLst>
              <a:ext uri="{FF2B5EF4-FFF2-40B4-BE49-F238E27FC236}">
                <a16:creationId xmlns:a16="http://schemas.microsoft.com/office/drawing/2014/main" id="{1FBE1546-3446-D9B9-3F7B-461085F58DCB}"/>
              </a:ext>
            </a:extLst>
          </p:cNvPr>
          <p:cNvSpPr>
            <a:spLocks noGrp="1"/>
          </p:cNvSpPr>
          <p:nvPr>
            <p:ph type="body" sz="quarter" idx="38" hasCustomPrompt="1"/>
          </p:nvPr>
        </p:nvSpPr>
        <p:spPr>
          <a:xfrm>
            <a:off x="6255024" y="4884767"/>
            <a:ext cx="5066690" cy="310085"/>
          </a:xfrm>
          <a:prstGeom prst="rect">
            <a:avLst/>
          </a:prstGeom>
        </p:spPr>
        <p:txBody>
          <a:bodyPr anchor="ctr" anchorCtr="0">
            <a:noAutofit/>
          </a:bodyPr>
          <a:lstStyle>
            <a:lvl1pPr marL="0" indent="0" algn="l">
              <a:buNone/>
              <a:defRPr sz="1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title / Company name</a:t>
            </a:r>
          </a:p>
        </p:txBody>
      </p:sp>
    </p:spTree>
    <p:extLst>
      <p:ext uri="{BB962C8B-B14F-4D97-AF65-F5344CB8AC3E}">
        <p14:creationId xmlns:p14="http://schemas.microsoft.com/office/powerpoint/2010/main" val="38915626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amp; Subtitle">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9356271" y="-1045029"/>
            <a:ext cx="184731" cy="369332"/>
          </a:xfrm>
          <a:prstGeom prst="rect">
            <a:avLst/>
          </a:prstGeom>
          <a:noFill/>
        </p:spPr>
        <p:txBody>
          <a:bodyPr wrap="none" rtlCol="0">
            <a:spAutoFit/>
          </a:bodyPr>
          <a:lstStyle/>
          <a:p>
            <a:endParaRPr lang="en-US"/>
          </a:p>
        </p:txBody>
      </p:sp>
      <p:sp>
        <p:nvSpPr>
          <p:cNvPr id="4" name="Text Placeholder 23">
            <a:extLst>
              <a:ext uri="{FF2B5EF4-FFF2-40B4-BE49-F238E27FC236}">
                <a16:creationId xmlns:a16="http://schemas.microsoft.com/office/drawing/2014/main" id="{51F7D6A9-0B03-B598-268C-7410B09FF4E1}"/>
              </a:ext>
            </a:extLst>
          </p:cNvPr>
          <p:cNvSpPr>
            <a:spLocks noGrp="1"/>
          </p:cNvSpPr>
          <p:nvPr>
            <p:ph type="body" sz="quarter" idx="22" hasCustomPrompt="1"/>
          </p:nvPr>
        </p:nvSpPr>
        <p:spPr>
          <a:xfrm>
            <a:off x="720436" y="5159829"/>
            <a:ext cx="10818832" cy="990019"/>
          </a:xfrm>
        </p:spPr>
        <p:txBody>
          <a:bodyPr anchor="t" anchorCtr="0">
            <a:noAutofit/>
          </a:bodyPr>
          <a:lstStyle>
            <a:lvl1pPr marL="0" indent="0" algn="l">
              <a:buNone/>
              <a:defRPr sz="18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 information here</a:t>
            </a:r>
          </a:p>
        </p:txBody>
      </p:sp>
      <p:sp>
        <p:nvSpPr>
          <p:cNvPr id="6" name="Text Placeholder 23">
            <a:extLst>
              <a:ext uri="{FF2B5EF4-FFF2-40B4-BE49-F238E27FC236}">
                <a16:creationId xmlns:a16="http://schemas.microsoft.com/office/drawing/2014/main" id="{B8BD3C84-FADE-BF52-5760-D3D87F6A37D6}"/>
              </a:ext>
            </a:extLst>
          </p:cNvPr>
          <p:cNvSpPr>
            <a:spLocks noGrp="1"/>
          </p:cNvSpPr>
          <p:nvPr>
            <p:ph type="body" sz="quarter" idx="32" hasCustomPrompt="1"/>
          </p:nvPr>
        </p:nvSpPr>
        <p:spPr>
          <a:xfrm>
            <a:off x="720435" y="708152"/>
            <a:ext cx="10818831" cy="369332"/>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7" name="Title 1">
            <a:extLst>
              <a:ext uri="{FF2B5EF4-FFF2-40B4-BE49-F238E27FC236}">
                <a16:creationId xmlns:a16="http://schemas.microsoft.com/office/drawing/2014/main" id="{74EF8970-F0DD-E62A-43D3-7E1139307101}"/>
              </a:ext>
            </a:extLst>
          </p:cNvPr>
          <p:cNvSpPr>
            <a:spLocks noGrp="1"/>
          </p:cNvSpPr>
          <p:nvPr>
            <p:ph type="ctrTitle" hasCustomPrompt="1"/>
          </p:nvPr>
        </p:nvSpPr>
        <p:spPr>
          <a:xfrm>
            <a:off x="720436" y="1273358"/>
            <a:ext cx="10818832" cy="3217000"/>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Tree>
    <p:extLst>
      <p:ext uri="{BB962C8B-B14F-4D97-AF65-F5344CB8AC3E}">
        <p14:creationId xmlns:p14="http://schemas.microsoft.com/office/powerpoint/2010/main" val="16313731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Four statements">
    <p:bg>
      <p:bgPr>
        <a:solidFill>
          <a:srgbClr val="000000"/>
        </a:solidFill>
        <a:effectLst/>
      </p:bgPr>
    </p:bg>
    <p:spTree>
      <p:nvGrpSpPr>
        <p:cNvPr id="1" name=""/>
        <p:cNvGrpSpPr/>
        <p:nvPr/>
      </p:nvGrpSpPr>
      <p:grpSpPr>
        <a:xfrm>
          <a:off x="0" y="0"/>
          <a:ext cx="0" cy="0"/>
          <a:chOff x="0" y="0"/>
          <a:chExt cx="0" cy="0"/>
        </a:xfrm>
      </p:grpSpPr>
      <p:sp>
        <p:nvSpPr>
          <p:cNvPr id="9" name="Text Placeholder 23">
            <a:extLst>
              <a:ext uri="{FF2B5EF4-FFF2-40B4-BE49-F238E27FC236}">
                <a16:creationId xmlns:a16="http://schemas.microsoft.com/office/drawing/2014/main" id="{6105375C-8468-A60A-35F4-F2E865BCA2B5}"/>
              </a:ext>
            </a:extLst>
          </p:cNvPr>
          <p:cNvSpPr>
            <a:spLocks noGrp="1"/>
          </p:cNvSpPr>
          <p:nvPr>
            <p:ph type="body" sz="quarter" idx="26" hasCustomPrompt="1"/>
          </p:nvPr>
        </p:nvSpPr>
        <p:spPr>
          <a:xfrm>
            <a:off x="4637524"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10" name="Text Placeholder 23">
            <a:extLst>
              <a:ext uri="{FF2B5EF4-FFF2-40B4-BE49-F238E27FC236}">
                <a16:creationId xmlns:a16="http://schemas.microsoft.com/office/drawing/2014/main" id="{880850F9-DBA5-87B5-AFD9-06937D861DDF}"/>
              </a:ext>
            </a:extLst>
          </p:cNvPr>
          <p:cNvSpPr>
            <a:spLocks noGrp="1"/>
          </p:cNvSpPr>
          <p:nvPr>
            <p:ph type="body" sz="quarter" idx="27" hasCustomPrompt="1"/>
          </p:nvPr>
        </p:nvSpPr>
        <p:spPr>
          <a:xfrm>
            <a:off x="4637525"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B5D7FED-59FD-275C-B51E-A317DA91E5A3}"/>
              </a:ext>
            </a:extLst>
          </p:cNvPr>
          <p:cNvSpPr>
            <a:spLocks noGrp="1"/>
          </p:cNvSpPr>
          <p:nvPr>
            <p:ph type="pic" sz="quarter" idx="28" hasCustomPrompt="1"/>
          </p:nvPr>
        </p:nvSpPr>
        <p:spPr>
          <a:xfrm>
            <a:off x="4637525"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2" name="Text Placeholder 23">
            <a:extLst>
              <a:ext uri="{FF2B5EF4-FFF2-40B4-BE49-F238E27FC236}">
                <a16:creationId xmlns:a16="http://schemas.microsoft.com/office/drawing/2014/main" id="{3F452737-E01C-517A-4B05-910B9B6DCF4D}"/>
              </a:ext>
            </a:extLst>
          </p:cNvPr>
          <p:cNvSpPr>
            <a:spLocks noGrp="1"/>
          </p:cNvSpPr>
          <p:nvPr>
            <p:ph type="body" sz="quarter" idx="29" hasCustomPrompt="1"/>
          </p:nvPr>
        </p:nvSpPr>
        <p:spPr>
          <a:xfrm>
            <a:off x="4637524"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3</a:t>
            </a:r>
          </a:p>
        </p:txBody>
      </p:sp>
      <p:sp>
        <p:nvSpPr>
          <p:cNvPr id="13" name="Text Placeholder 23">
            <a:extLst>
              <a:ext uri="{FF2B5EF4-FFF2-40B4-BE49-F238E27FC236}">
                <a16:creationId xmlns:a16="http://schemas.microsoft.com/office/drawing/2014/main" id="{4D081FFC-16E5-7744-FD3D-9E04413B3B58}"/>
              </a:ext>
            </a:extLst>
          </p:cNvPr>
          <p:cNvSpPr>
            <a:spLocks noGrp="1"/>
          </p:cNvSpPr>
          <p:nvPr>
            <p:ph type="body" sz="quarter" idx="30" hasCustomPrompt="1"/>
          </p:nvPr>
        </p:nvSpPr>
        <p:spPr>
          <a:xfrm>
            <a:off x="4637525"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4" name="Picture Placeholder 24">
            <a:extLst>
              <a:ext uri="{FF2B5EF4-FFF2-40B4-BE49-F238E27FC236}">
                <a16:creationId xmlns:a16="http://schemas.microsoft.com/office/drawing/2014/main" id="{CE225B63-8F69-3259-9E10-F34A10DAC563}"/>
              </a:ext>
            </a:extLst>
          </p:cNvPr>
          <p:cNvSpPr>
            <a:spLocks noGrp="1"/>
          </p:cNvSpPr>
          <p:nvPr>
            <p:ph type="pic" sz="quarter" idx="31" hasCustomPrompt="1"/>
          </p:nvPr>
        </p:nvSpPr>
        <p:spPr>
          <a:xfrm>
            <a:off x="4637525"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E87E6B0B-83D1-4AA0-E720-5C62B8601C10}"/>
              </a:ext>
            </a:extLst>
          </p:cNvPr>
          <p:cNvSpPr>
            <a:spLocks noGrp="1"/>
          </p:cNvSpPr>
          <p:nvPr>
            <p:ph type="body" sz="quarter" idx="32" hasCustomPrompt="1"/>
          </p:nvPr>
        </p:nvSpPr>
        <p:spPr>
          <a:xfrm>
            <a:off x="8332207"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31FE0450-DA87-2749-0CF7-CA6E4DDB4E39}"/>
              </a:ext>
            </a:extLst>
          </p:cNvPr>
          <p:cNvSpPr>
            <a:spLocks noGrp="1"/>
          </p:cNvSpPr>
          <p:nvPr>
            <p:ph type="body" sz="quarter" idx="33" hasCustomPrompt="1"/>
          </p:nvPr>
        </p:nvSpPr>
        <p:spPr>
          <a:xfrm>
            <a:off x="8332208"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4" name="Picture Placeholder 24">
            <a:extLst>
              <a:ext uri="{FF2B5EF4-FFF2-40B4-BE49-F238E27FC236}">
                <a16:creationId xmlns:a16="http://schemas.microsoft.com/office/drawing/2014/main" id="{2CBF0351-2BE0-7A68-1357-B289321082E2}"/>
              </a:ext>
            </a:extLst>
          </p:cNvPr>
          <p:cNvSpPr>
            <a:spLocks noGrp="1"/>
          </p:cNvSpPr>
          <p:nvPr>
            <p:ph type="pic" sz="quarter" idx="34" hasCustomPrompt="1"/>
          </p:nvPr>
        </p:nvSpPr>
        <p:spPr>
          <a:xfrm>
            <a:off x="8332208"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5" name="Text Placeholder 23">
            <a:extLst>
              <a:ext uri="{FF2B5EF4-FFF2-40B4-BE49-F238E27FC236}">
                <a16:creationId xmlns:a16="http://schemas.microsoft.com/office/drawing/2014/main" id="{7219DD41-C1D8-75E3-C46D-A28B1FFE9FF0}"/>
              </a:ext>
            </a:extLst>
          </p:cNvPr>
          <p:cNvSpPr>
            <a:spLocks noGrp="1"/>
          </p:cNvSpPr>
          <p:nvPr>
            <p:ph type="body" sz="quarter" idx="35" hasCustomPrompt="1"/>
          </p:nvPr>
        </p:nvSpPr>
        <p:spPr>
          <a:xfrm>
            <a:off x="8332207"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4</a:t>
            </a:r>
          </a:p>
        </p:txBody>
      </p:sp>
      <p:sp>
        <p:nvSpPr>
          <p:cNvPr id="28" name="Text Placeholder 23">
            <a:extLst>
              <a:ext uri="{FF2B5EF4-FFF2-40B4-BE49-F238E27FC236}">
                <a16:creationId xmlns:a16="http://schemas.microsoft.com/office/drawing/2014/main" id="{03229E1C-F844-A238-49DB-038A784709A6}"/>
              </a:ext>
            </a:extLst>
          </p:cNvPr>
          <p:cNvSpPr>
            <a:spLocks noGrp="1"/>
          </p:cNvSpPr>
          <p:nvPr>
            <p:ph type="body" sz="quarter" idx="36" hasCustomPrompt="1"/>
          </p:nvPr>
        </p:nvSpPr>
        <p:spPr>
          <a:xfrm>
            <a:off x="8332208"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9" name="Picture Placeholder 24">
            <a:extLst>
              <a:ext uri="{FF2B5EF4-FFF2-40B4-BE49-F238E27FC236}">
                <a16:creationId xmlns:a16="http://schemas.microsoft.com/office/drawing/2014/main" id="{AC66BFF0-7E82-C663-C55A-2FC7CDFBC167}"/>
              </a:ext>
            </a:extLst>
          </p:cNvPr>
          <p:cNvSpPr>
            <a:spLocks noGrp="1"/>
          </p:cNvSpPr>
          <p:nvPr>
            <p:ph type="pic" sz="quarter" idx="37" hasCustomPrompt="1"/>
          </p:nvPr>
        </p:nvSpPr>
        <p:spPr>
          <a:xfrm>
            <a:off x="8332208"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 name="Title 1">
            <a:extLst>
              <a:ext uri="{FF2B5EF4-FFF2-40B4-BE49-F238E27FC236}">
                <a16:creationId xmlns:a16="http://schemas.microsoft.com/office/drawing/2014/main" id="{77BB2AB4-C828-3430-78EB-DEBABFA1C097}"/>
              </a:ext>
            </a:extLst>
          </p:cNvPr>
          <p:cNvSpPr>
            <a:spLocks noGrp="1"/>
          </p:cNvSpPr>
          <p:nvPr>
            <p:ph type="ctrTitle" hasCustomPrompt="1"/>
          </p:nvPr>
        </p:nvSpPr>
        <p:spPr>
          <a:xfrm>
            <a:off x="720437" y="1957715"/>
            <a:ext cx="3461954" cy="3515101"/>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
        <p:nvSpPr>
          <p:cNvPr id="3" name="Text Placeholder 23">
            <a:extLst>
              <a:ext uri="{FF2B5EF4-FFF2-40B4-BE49-F238E27FC236}">
                <a16:creationId xmlns:a16="http://schemas.microsoft.com/office/drawing/2014/main" id="{68AEC395-7F97-4BE3-5FE1-60D8D627C49C}"/>
              </a:ext>
            </a:extLst>
          </p:cNvPr>
          <p:cNvSpPr>
            <a:spLocks noGrp="1"/>
          </p:cNvSpPr>
          <p:nvPr>
            <p:ph type="body" sz="quarter" idx="38" hasCustomPrompt="1"/>
          </p:nvPr>
        </p:nvSpPr>
        <p:spPr>
          <a:xfrm>
            <a:off x="720436" y="1426607"/>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36048489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Browser Screenshot ">
    <p:bg>
      <p:bgPr>
        <a:solidFill>
          <a:srgbClr val="0000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33D682-D6C7-BB0B-E7A1-27EB07B2149D}"/>
              </a:ext>
            </a:extLst>
          </p:cNvPr>
          <p:cNvSpPr>
            <a:spLocks noGrp="1"/>
          </p:cNvSpPr>
          <p:nvPr>
            <p:ph type="ctrTitle" hasCustomPrompt="1"/>
          </p:nvPr>
        </p:nvSpPr>
        <p:spPr>
          <a:xfrm>
            <a:off x="1752601" y="272307"/>
            <a:ext cx="8686800" cy="1026260"/>
          </a:xfrm>
          <a:prstGeom prst="rect">
            <a:avLst/>
          </a:prstGeom>
        </p:spPr>
        <p:txBody>
          <a:bodyPr anchor="b">
            <a:noAutofit/>
          </a:bodyPr>
          <a:lstStyle>
            <a:lvl1pPr algn="ctr">
              <a:defRPr sz="3600"/>
            </a:lvl1pPr>
          </a:lstStyle>
          <a:p>
            <a:r>
              <a:rPr lang="en-US"/>
              <a:t>Statement</a:t>
            </a:r>
          </a:p>
        </p:txBody>
      </p:sp>
      <p:sp>
        <p:nvSpPr>
          <p:cNvPr id="2" name="Picture Placeholder 17">
            <a:extLst>
              <a:ext uri="{FF2B5EF4-FFF2-40B4-BE49-F238E27FC236}">
                <a16:creationId xmlns:a16="http://schemas.microsoft.com/office/drawing/2014/main" id="{B638C55F-4F51-F341-6897-942CDD853FE9}"/>
              </a:ext>
            </a:extLst>
          </p:cNvPr>
          <p:cNvSpPr>
            <a:spLocks noGrp="1"/>
          </p:cNvSpPr>
          <p:nvPr>
            <p:ph type="pic" sz="quarter" idx="40" hasCustomPrompt="1"/>
          </p:nvPr>
        </p:nvSpPr>
        <p:spPr>
          <a:xfrm>
            <a:off x="1752599" y="1932318"/>
            <a:ext cx="8686799" cy="4925682"/>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3" name="Picture 7">
            <a:extLst>
              <a:ext uri="{FF2B5EF4-FFF2-40B4-BE49-F238E27FC236}">
                <a16:creationId xmlns:a16="http://schemas.microsoft.com/office/drawing/2014/main" id="{7E64FA12-7867-1868-4C73-36438FFA823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752600" y="1469134"/>
            <a:ext cx="8686798" cy="484001"/>
          </a:xfrm>
          <a:prstGeom prst="rect">
            <a:avLst/>
          </a:prstGeom>
        </p:spPr>
      </p:pic>
    </p:spTree>
    <p:extLst>
      <p:ext uri="{BB962C8B-B14F-4D97-AF65-F5344CB8AC3E}">
        <p14:creationId xmlns:p14="http://schemas.microsoft.com/office/powerpoint/2010/main" val="34718825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Browser Screenshot ">
    <p:bg>
      <p:bgPr>
        <a:solidFill>
          <a:srgbClr val="000000"/>
        </a:solidFill>
        <a:effectLst/>
      </p:bgPr>
    </p:bg>
    <p:spTree>
      <p:nvGrpSpPr>
        <p:cNvPr id="1" name=""/>
        <p:cNvGrpSpPr/>
        <p:nvPr/>
      </p:nvGrpSpPr>
      <p:grpSpPr>
        <a:xfrm>
          <a:off x="0" y="0"/>
          <a:ext cx="0" cy="0"/>
          <a:chOff x="0" y="0"/>
          <a:chExt cx="0" cy="0"/>
        </a:xfrm>
      </p:grpSpPr>
      <p:pic>
        <p:nvPicPr>
          <p:cNvPr id="5" name="Picture 7">
            <a:extLst>
              <a:ext uri="{FF2B5EF4-FFF2-40B4-BE49-F238E27FC236}">
                <a16:creationId xmlns:a16="http://schemas.microsoft.com/office/drawing/2014/main" id="{DE226210-E3AE-F559-CE3E-71798445EE6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316179" y="780228"/>
            <a:ext cx="9559641" cy="532633"/>
          </a:xfrm>
          <a:prstGeom prst="rect">
            <a:avLst/>
          </a:prstGeom>
        </p:spPr>
      </p:pic>
      <p:sp>
        <p:nvSpPr>
          <p:cNvPr id="6" name="Picture Placeholder 17">
            <a:extLst>
              <a:ext uri="{FF2B5EF4-FFF2-40B4-BE49-F238E27FC236}">
                <a16:creationId xmlns:a16="http://schemas.microsoft.com/office/drawing/2014/main" id="{CBD43E14-4F9E-7FFC-4AAE-2567E350367F}"/>
              </a:ext>
            </a:extLst>
          </p:cNvPr>
          <p:cNvSpPr>
            <a:spLocks noGrp="1"/>
          </p:cNvSpPr>
          <p:nvPr>
            <p:ph type="pic" sz="quarter" idx="40" hasCustomPrompt="1"/>
          </p:nvPr>
        </p:nvSpPr>
        <p:spPr>
          <a:xfrm>
            <a:off x="1316179" y="1296234"/>
            <a:ext cx="9553250" cy="5561766"/>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spTree>
    <p:extLst>
      <p:ext uri="{BB962C8B-B14F-4D97-AF65-F5344CB8AC3E}">
        <p14:creationId xmlns:p14="http://schemas.microsoft.com/office/powerpoint/2010/main" val="40520418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Browser  + one statements">
    <p:bg>
      <p:bgPr>
        <a:solidFill>
          <a:srgbClr val="000000"/>
        </a:solidFill>
        <a:effectLst/>
      </p:bgPr>
    </p:bg>
    <p:spTree>
      <p:nvGrpSpPr>
        <p:cNvPr id="1" name=""/>
        <p:cNvGrpSpPr/>
        <p:nvPr/>
      </p:nvGrpSpPr>
      <p:grpSpPr>
        <a:xfrm>
          <a:off x="0" y="0"/>
          <a:ext cx="0" cy="0"/>
          <a:chOff x="0" y="0"/>
          <a:chExt cx="0" cy="0"/>
        </a:xfrm>
      </p:grpSpPr>
      <p:sp>
        <p:nvSpPr>
          <p:cNvPr id="4" name="Picture Placeholder 17">
            <a:extLst>
              <a:ext uri="{FF2B5EF4-FFF2-40B4-BE49-F238E27FC236}">
                <a16:creationId xmlns:a16="http://schemas.microsoft.com/office/drawing/2014/main" id="{ECEB7E09-F65B-E646-C7C1-3FA885EE7C8D}"/>
              </a:ext>
            </a:extLst>
          </p:cNvPr>
          <p:cNvSpPr>
            <a:spLocks noGrp="1"/>
          </p:cNvSpPr>
          <p:nvPr>
            <p:ph type="pic" sz="quarter" idx="40" hasCustomPrompt="1"/>
          </p:nvPr>
        </p:nvSpPr>
        <p:spPr>
          <a:xfrm>
            <a:off x="4714389" y="1093319"/>
            <a:ext cx="7477611" cy="5063529"/>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6" name="Picture 7">
            <a:extLst>
              <a:ext uri="{FF2B5EF4-FFF2-40B4-BE49-F238E27FC236}">
                <a16:creationId xmlns:a16="http://schemas.microsoft.com/office/drawing/2014/main" id="{0D0131A4-66AF-9252-C050-4A1BFC918CF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714389" y="619505"/>
            <a:ext cx="8588275" cy="478511"/>
          </a:xfrm>
          <a:prstGeom prst="rect">
            <a:avLst/>
          </a:prstGeom>
        </p:spPr>
      </p:pic>
      <p:sp>
        <p:nvSpPr>
          <p:cNvPr id="9" name="Text Placeholder 23">
            <a:extLst>
              <a:ext uri="{FF2B5EF4-FFF2-40B4-BE49-F238E27FC236}">
                <a16:creationId xmlns:a16="http://schemas.microsoft.com/office/drawing/2014/main" id="{D133B315-FB64-194A-87A0-429B84B99B3C}"/>
              </a:ext>
            </a:extLst>
          </p:cNvPr>
          <p:cNvSpPr>
            <a:spLocks noGrp="1"/>
          </p:cNvSpPr>
          <p:nvPr>
            <p:ph type="body" sz="quarter" idx="34" hasCustomPrompt="1"/>
          </p:nvPr>
        </p:nvSpPr>
        <p:spPr>
          <a:xfrm>
            <a:off x="738765" y="4406716"/>
            <a:ext cx="3212749" cy="156412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11" name="Text Placeholder 23">
            <a:extLst>
              <a:ext uri="{FF2B5EF4-FFF2-40B4-BE49-F238E27FC236}">
                <a16:creationId xmlns:a16="http://schemas.microsoft.com/office/drawing/2014/main" id="{B078373A-3B9F-DB44-BBFF-036E9257E0F6}"/>
              </a:ext>
            </a:extLst>
          </p:cNvPr>
          <p:cNvSpPr>
            <a:spLocks noGrp="1"/>
          </p:cNvSpPr>
          <p:nvPr>
            <p:ph type="body" sz="quarter" idx="31" hasCustomPrompt="1"/>
          </p:nvPr>
        </p:nvSpPr>
        <p:spPr>
          <a:xfrm>
            <a:off x="738765" y="887157"/>
            <a:ext cx="3212748" cy="538736"/>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2" name="Title 1">
            <a:extLst>
              <a:ext uri="{FF2B5EF4-FFF2-40B4-BE49-F238E27FC236}">
                <a16:creationId xmlns:a16="http://schemas.microsoft.com/office/drawing/2014/main" id="{2F193039-BF81-F4D1-2A15-937C5E3F83AF}"/>
              </a:ext>
            </a:extLst>
          </p:cNvPr>
          <p:cNvSpPr>
            <a:spLocks noGrp="1"/>
          </p:cNvSpPr>
          <p:nvPr>
            <p:ph type="title" hasCustomPrompt="1"/>
          </p:nvPr>
        </p:nvSpPr>
        <p:spPr>
          <a:xfrm>
            <a:off x="744838" y="1573760"/>
            <a:ext cx="3212747" cy="2685089"/>
          </a:xfrm>
        </p:spPr>
        <p:txBody>
          <a:bodyPr anchor="t"/>
          <a:lstStyle/>
          <a:p>
            <a:r>
              <a:rPr lang="en-US"/>
              <a:t>Statement that should be 10 words or less</a:t>
            </a:r>
          </a:p>
        </p:txBody>
      </p:sp>
    </p:spTree>
    <p:extLst>
      <p:ext uri="{BB962C8B-B14F-4D97-AF65-F5344CB8AC3E}">
        <p14:creationId xmlns:p14="http://schemas.microsoft.com/office/powerpoint/2010/main" val="16621652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Browser + two statements">
    <p:bg>
      <p:bgPr>
        <a:solidFill>
          <a:srgbClr val="000000"/>
        </a:solidFill>
        <a:effectLst/>
      </p:bgPr>
    </p:bg>
    <p:spTree>
      <p:nvGrpSpPr>
        <p:cNvPr id="1" name=""/>
        <p:cNvGrpSpPr/>
        <p:nvPr/>
      </p:nvGrpSpPr>
      <p:grpSpPr>
        <a:xfrm>
          <a:off x="0" y="0"/>
          <a:ext cx="0" cy="0"/>
          <a:chOff x="0" y="0"/>
          <a:chExt cx="0" cy="0"/>
        </a:xfrm>
      </p:grpSpPr>
      <p:sp>
        <p:nvSpPr>
          <p:cNvPr id="9" name="Picture Placeholder 17">
            <a:extLst>
              <a:ext uri="{FF2B5EF4-FFF2-40B4-BE49-F238E27FC236}">
                <a16:creationId xmlns:a16="http://schemas.microsoft.com/office/drawing/2014/main" id="{C2C150FA-A4CA-8395-791F-9D0E796D9E12}"/>
              </a:ext>
            </a:extLst>
          </p:cNvPr>
          <p:cNvSpPr>
            <a:spLocks noGrp="1"/>
          </p:cNvSpPr>
          <p:nvPr>
            <p:ph type="pic" sz="quarter" idx="40" hasCustomPrompt="1"/>
          </p:nvPr>
        </p:nvSpPr>
        <p:spPr>
          <a:xfrm>
            <a:off x="6634753" y="966034"/>
            <a:ext cx="7477611" cy="5063529"/>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10" name="Picture 7">
            <a:extLst>
              <a:ext uri="{FF2B5EF4-FFF2-40B4-BE49-F238E27FC236}">
                <a16:creationId xmlns:a16="http://schemas.microsoft.com/office/drawing/2014/main" id="{FF359A12-80F5-3CE1-0CBE-00661609E87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634753" y="492220"/>
            <a:ext cx="8588275" cy="478511"/>
          </a:xfrm>
          <a:prstGeom prst="rect">
            <a:avLst/>
          </a:prstGeom>
        </p:spPr>
      </p:pic>
      <p:sp>
        <p:nvSpPr>
          <p:cNvPr id="4" name="Title 1">
            <a:extLst>
              <a:ext uri="{FF2B5EF4-FFF2-40B4-BE49-F238E27FC236}">
                <a16:creationId xmlns:a16="http://schemas.microsoft.com/office/drawing/2014/main" id="{D64D961E-D8F1-1621-0B65-EF22EBFBFA8F}"/>
              </a:ext>
            </a:extLst>
          </p:cNvPr>
          <p:cNvSpPr>
            <a:spLocks noGrp="1"/>
          </p:cNvSpPr>
          <p:nvPr>
            <p:ph type="ctrTitle" hasCustomPrompt="1"/>
          </p:nvPr>
        </p:nvSpPr>
        <p:spPr>
          <a:xfrm>
            <a:off x="758381" y="963376"/>
            <a:ext cx="5378032" cy="1984936"/>
          </a:xfrm>
          <a:prstGeom prst="rect">
            <a:avLst/>
          </a:prstGeom>
        </p:spPr>
        <p:txBody>
          <a:bodyPr anchor="t">
            <a:noAutofit/>
          </a:bodyPr>
          <a:lstStyle>
            <a:lvl1pPr algn="l">
              <a:defRPr sz="3600" b="1" i="0">
                <a:solidFill>
                  <a:schemeClr val="tx1"/>
                </a:solidFill>
                <a:latin typeface="Aptos" pitchFamily="2" charset="77"/>
              </a:defRPr>
            </a:lvl1pPr>
          </a:lstStyle>
          <a:p>
            <a:r>
              <a:rPr lang="en-US"/>
              <a:t>Title should be less than 10 words</a:t>
            </a:r>
          </a:p>
        </p:txBody>
      </p:sp>
      <p:sp>
        <p:nvSpPr>
          <p:cNvPr id="6" name="Text Placeholder 23">
            <a:extLst>
              <a:ext uri="{FF2B5EF4-FFF2-40B4-BE49-F238E27FC236}">
                <a16:creationId xmlns:a16="http://schemas.microsoft.com/office/drawing/2014/main" id="{2474E636-F179-E536-9454-DE092280092A}"/>
              </a:ext>
            </a:extLst>
          </p:cNvPr>
          <p:cNvSpPr>
            <a:spLocks noGrp="1"/>
          </p:cNvSpPr>
          <p:nvPr>
            <p:ph type="body" sz="quarter" idx="26" hasCustomPrompt="1"/>
          </p:nvPr>
        </p:nvSpPr>
        <p:spPr>
          <a:xfrm>
            <a:off x="758381" y="4422499"/>
            <a:ext cx="2511761"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7" name="Text Placeholder 23">
            <a:extLst>
              <a:ext uri="{FF2B5EF4-FFF2-40B4-BE49-F238E27FC236}">
                <a16:creationId xmlns:a16="http://schemas.microsoft.com/office/drawing/2014/main" id="{CE169238-2E1E-D6F8-F1D2-A248C0498704}"/>
              </a:ext>
            </a:extLst>
          </p:cNvPr>
          <p:cNvSpPr>
            <a:spLocks noGrp="1"/>
          </p:cNvSpPr>
          <p:nvPr>
            <p:ph type="body" sz="quarter" idx="29" hasCustomPrompt="1"/>
          </p:nvPr>
        </p:nvSpPr>
        <p:spPr>
          <a:xfrm>
            <a:off x="758382" y="4973649"/>
            <a:ext cx="2511760"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8" name="Picture Placeholder 24">
            <a:extLst>
              <a:ext uri="{FF2B5EF4-FFF2-40B4-BE49-F238E27FC236}">
                <a16:creationId xmlns:a16="http://schemas.microsoft.com/office/drawing/2014/main" id="{8FBCA652-A806-87EE-B85F-BCFDB1B4066E}"/>
              </a:ext>
            </a:extLst>
          </p:cNvPr>
          <p:cNvSpPr>
            <a:spLocks noGrp="1"/>
          </p:cNvSpPr>
          <p:nvPr>
            <p:ph type="pic" sz="quarter" idx="30" hasCustomPrompt="1"/>
          </p:nvPr>
        </p:nvSpPr>
        <p:spPr>
          <a:xfrm>
            <a:off x="758382" y="3883245"/>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73709F95-17EA-8C2B-E043-7CB31556A6B5}"/>
              </a:ext>
            </a:extLst>
          </p:cNvPr>
          <p:cNvSpPr>
            <a:spLocks noGrp="1"/>
          </p:cNvSpPr>
          <p:nvPr>
            <p:ph type="body" sz="quarter" idx="31" hasCustomPrompt="1"/>
          </p:nvPr>
        </p:nvSpPr>
        <p:spPr>
          <a:xfrm>
            <a:off x="3624652" y="4422499"/>
            <a:ext cx="2511762"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7213201B-9B16-0B3D-E146-6B725E1AF606}"/>
              </a:ext>
            </a:extLst>
          </p:cNvPr>
          <p:cNvSpPr>
            <a:spLocks noGrp="1"/>
          </p:cNvSpPr>
          <p:nvPr>
            <p:ph type="body" sz="quarter" idx="32" hasCustomPrompt="1"/>
          </p:nvPr>
        </p:nvSpPr>
        <p:spPr>
          <a:xfrm>
            <a:off x="3624653" y="4973649"/>
            <a:ext cx="2511760"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18" name="Picture Placeholder 24">
            <a:extLst>
              <a:ext uri="{FF2B5EF4-FFF2-40B4-BE49-F238E27FC236}">
                <a16:creationId xmlns:a16="http://schemas.microsoft.com/office/drawing/2014/main" id="{9465DD82-942D-4363-BDF8-DEBD3E0B5B00}"/>
              </a:ext>
            </a:extLst>
          </p:cNvPr>
          <p:cNvSpPr>
            <a:spLocks noGrp="1"/>
          </p:cNvSpPr>
          <p:nvPr>
            <p:ph type="pic" sz="quarter" idx="33" hasCustomPrompt="1"/>
          </p:nvPr>
        </p:nvSpPr>
        <p:spPr>
          <a:xfrm>
            <a:off x="3624652" y="3883245"/>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2" name="Text Placeholder 23">
            <a:extLst>
              <a:ext uri="{FF2B5EF4-FFF2-40B4-BE49-F238E27FC236}">
                <a16:creationId xmlns:a16="http://schemas.microsoft.com/office/drawing/2014/main" id="{7717653C-80DF-3DD2-FC16-37BB8FC2866F}"/>
              </a:ext>
            </a:extLst>
          </p:cNvPr>
          <p:cNvSpPr>
            <a:spLocks noGrp="1"/>
          </p:cNvSpPr>
          <p:nvPr>
            <p:ph type="body" sz="quarter" idx="38" hasCustomPrompt="1"/>
          </p:nvPr>
        </p:nvSpPr>
        <p:spPr>
          <a:xfrm>
            <a:off x="758380" y="574423"/>
            <a:ext cx="5378031"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36104179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hank you ">
    <p:bg>
      <p:bgPr>
        <a:solidFill>
          <a:srgbClr val="000000"/>
        </a:solidFill>
        <a:effectLst/>
      </p:bgPr>
    </p:bg>
    <p:spTree>
      <p:nvGrpSpPr>
        <p:cNvPr id="1" name=""/>
        <p:cNvGrpSpPr/>
        <p:nvPr/>
      </p:nvGrpSpPr>
      <p:grpSpPr>
        <a:xfrm>
          <a:off x="0" y="0"/>
          <a:ext cx="0" cy="0"/>
          <a:chOff x="0" y="0"/>
          <a:chExt cx="0" cy="0"/>
        </a:xfrm>
      </p:grpSpPr>
      <p:pic>
        <p:nvPicPr>
          <p:cNvPr id="3" name="Picture 2" descr="A blue and white gradient&#10;&#10;AI-generated content may be incorrect.">
            <a:extLst>
              <a:ext uri="{FF2B5EF4-FFF2-40B4-BE49-F238E27FC236}">
                <a16:creationId xmlns:a16="http://schemas.microsoft.com/office/drawing/2014/main" id="{B1434823-A993-4891-D507-11A7222B1FC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Picture 4" descr="A blue rectangle in a black background&#10;&#10;AI-generated content may be incorrect.">
            <a:extLst>
              <a:ext uri="{FF2B5EF4-FFF2-40B4-BE49-F238E27FC236}">
                <a16:creationId xmlns:a16="http://schemas.microsoft.com/office/drawing/2014/main" id="{958AAFC2-54C0-8004-C214-941FE32D110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640412" y="1820590"/>
            <a:ext cx="2884729" cy="8298180"/>
          </a:xfrm>
          <a:prstGeom prst="rect">
            <a:avLst/>
          </a:prstGeom>
        </p:spPr>
      </p:pic>
      <p:sp>
        <p:nvSpPr>
          <p:cNvPr id="31" name="TextBox 30">
            <a:extLst>
              <a:ext uri="{FF2B5EF4-FFF2-40B4-BE49-F238E27FC236}">
                <a16:creationId xmlns:a16="http://schemas.microsoft.com/office/drawing/2014/main" id="{0C840639-8979-42F9-CF5B-5F471C757C54}"/>
              </a:ext>
            </a:extLst>
          </p:cNvPr>
          <p:cNvSpPr txBox="1"/>
          <p:nvPr userDrawn="1"/>
        </p:nvSpPr>
        <p:spPr>
          <a:xfrm>
            <a:off x="4358263" y="2321003"/>
            <a:ext cx="6535406" cy="2215991"/>
          </a:xfrm>
          <a:prstGeom prst="rect">
            <a:avLst/>
          </a:prstGeom>
          <a:noFill/>
        </p:spPr>
        <p:txBody>
          <a:bodyPr wrap="square" rtlCol="0" anchor="ctr">
            <a:spAutoFit/>
          </a:bodyPr>
          <a:lstStyle/>
          <a:p>
            <a:pPr algn="l"/>
            <a:r>
              <a:rPr lang="en-US" sz="9000" b="1" i="0" spc="-150" dirty="0">
                <a:solidFill>
                  <a:schemeClr val="bg1"/>
                </a:solidFill>
                <a:latin typeface="Aptos" pitchFamily="2" charset="77"/>
              </a:rPr>
              <a:t>Thank you</a:t>
            </a:r>
          </a:p>
          <a:p>
            <a:pPr algn="l"/>
            <a:r>
              <a:rPr lang="en-US" sz="4800" b="1" i="0" spc="-150" dirty="0">
                <a:solidFill>
                  <a:schemeClr val="bg1"/>
                </a:solidFill>
                <a:latin typeface="Aptos" pitchFamily="2" charset="77"/>
              </a:rPr>
              <a:t>gh.io/copilot</a:t>
            </a:r>
          </a:p>
        </p:txBody>
      </p:sp>
    </p:spTree>
    <p:extLst>
      <p:ext uri="{BB962C8B-B14F-4D97-AF65-F5344CB8AC3E}">
        <p14:creationId xmlns:p14="http://schemas.microsoft.com/office/powerpoint/2010/main" val="22180129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mo 2">
    <p:bg>
      <p:bgRef idx="1001">
        <a:schemeClr val="bg1"/>
      </p:bgRef>
    </p:bg>
    <p:spTree>
      <p:nvGrpSpPr>
        <p:cNvPr id="1" name=""/>
        <p:cNvGrpSpPr/>
        <p:nvPr/>
      </p:nvGrpSpPr>
      <p:grpSpPr>
        <a:xfrm>
          <a:off x="0" y="0"/>
          <a:ext cx="0" cy="0"/>
          <a:chOff x="0" y="0"/>
          <a:chExt cx="0" cy="0"/>
        </a:xfrm>
      </p:grpSpPr>
      <p:sp>
        <p:nvSpPr>
          <p:cNvPr id="8" name="Text Placeholder 19">
            <a:extLst>
              <a:ext uri="{FF2B5EF4-FFF2-40B4-BE49-F238E27FC236}">
                <a16:creationId xmlns:a16="http://schemas.microsoft.com/office/drawing/2014/main" id="{2AF196B8-1D58-272E-5E41-AE317E99EC3A}"/>
              </a:ext>
            </a:extLst>
          </p:cNvPr>
          <p:cNvSpPr>
            <a:spLocks noGrp="1"/>
          </p:cNvSpPr>
          <p:nvPr>
            <p:ph type="body" sz="quarter" idx="16" hasCustomPrompt="1"/>
          </p:nvPr>
        </p:nvSpPr>
        <p:spPr>
          <a:xfrm>
            <a:off x="526614" y="550334"/>
            <a:ext cx="2596138" cy="306109"/>
          </a:xfrm>
          <a:prstGeom prst="rect">
            <a:avLst/>
          </a:prstGeom>
        </p:spPr>
        <p:txBody>
          <a:bodyPr wrap="square">
            <a:spAutoFit/>
          </a:bodyPr>
          <a:lstStyle>
            <a:lvl1pPr marL="0" indent="0" algn="l" defTabSz="457109" rtl="0" eaLnBrk="1" latinLnBrk="0" hangingPunct="1">
              <a:lnSpc>
                <a:spcPts val="1800"/>
              </a:lnSpc>
              <a:buNone/>
              <a:defRPr lang="en-US" sz="1200" b="0" i="0" kern="0" spc="-28" baseline="0" dirty="0">
                <a:solidFill>
                  <a:schemeClr val="tx2"/>
                </a:solidFill>
                <a:latin typeface="Segoe UI Semibold" panose="020B0702040204020203" pitchFamily="34" charset="0"/>
                <a:ea typeface="Segoe UI Semibold" panose="020B0702040204020203" pitchFamily="34" charset="0"/>
                <a:cs typeface="Segoe UI Semibold" panose="020B0702040204020203" pitchFamily="34" charset="0"/>
              </a:defRPr>
            </a:lvl1pPr>
          </a:lstStyle>
          <a:p>
            <a:pPr marL="0" indent="0" algn="l">
              <a:lnSpc>
                <a:spcPts val="1800"/>
              </a:lnSpc>
              <a:buNone/>
            </a:pPr>
            <a:r>
              <a:rPr lang="en-US" sz="1400" kern="0" spc="-28">
                <a:solidFill>
                  <a:schemeClr val="bg2"/>
                </a:solidFill>
                <a:latin typeface="Segoe UI Variable Display Semibold" pitchFamily="34" charset="0"/>
                <a:ea typeface="Segoe UI Variable Display Semibold" pitchFamily="34" charset="-122"/>
                <a:cs typeface="Segoe UI Variable Display Semibold" pitchFamily="34" charset="-120"/>
              </a:rPr>
              <a:t>Product name</a:t>
            </a:r>
            <a:endParaRPr lang="en-US" sz="1400">
              <a:solidFill>
                <a:schemeClr val="bg2"/>
              </a:solidFill>
            </a:endParaRPr>
          </a:p>
        </p:txBody>
      </p:sp>
      <p:sp>
        <p:nvSpPr>
          <p:cNvPr id="9" name="Text Placeholder 19">
            <a:extLst>
              <a:ext uri="{FF2B5EF4-FFF2-40B4-BE49-F238E27FC236}">
                <a16:creationId xmlns:a16="http://schemas.microsoft.com/office/drawing/2014/main" id="{A8075CD2-771E-032E-859A-DE98AE8BEE44}"/>
              </a:ext>
            </a:extLst>
          </p:cNvPr>
          <p:cNvSpPr>
            <a:spLocks noGrp="1"/>
          </p:cNvSpPr>
          <p:nvPr>
            <p:ph type="body" sz="quarter" idx="17" hasCustomPrompt="1"/>
          </p:nvPr>
        </p:nvSpPr>
        <p:spPr>
          <a:xfrm>
            <a:off x="526614" y="854500"/>
            <a:ext cx="2596138" cy="365806"/>
          </a:xfrm>
          <a:prstGeom prst="rect">
            <a:avLst/>
          </a:prstGeom>
        </p:spPr>
        <p:txBody>
          <a:bodyPr wrap="square">
            <a:spAutoFit/>
          </a:bodyPr>
          <a:lstStyle>
            <a:lvl1pPr marL="0" indent="0" algn="l" defTabSz="457109" rtl="0" eaLnBrk="1" latinLnBrk="0" hangingPunct="1">
              <a:lnSpc>
                <a:spcPts val="2200"/>
              </a:lnSpc>
              <a:buNone/>
              <a:defRPr lang="en-US" sz="1600" b="0" i="0" kern="0" spc="-36" baseline="0" dirty="0" smtClean="0">
                <a:solidFill>
                  <a:schemeClr val="tx1"/>
                </a:solidFill>
                <a:latin typeface="+mn-lt"/>
                <a:ea typeface="Segoe UI Semibold" panose="020B0702040204020203" pitchFamily="34" charset="0"/>
                <a:cs typeface="Segoe UI Semibold" panose="020B0702040204020203" pitchFamily="34" charset="0"/>
              </a:defRPr>
            </a:lvl1pPr>
          </a:lstStyle>
          <a:p>
            <a:pPr marL="0" indent="0" algn="l">
              <a:lnSpc>
                <a:spcPts val="2200"/>
              </a:lnSpc>
              <a:buNone/>
            </a:pPr>
            <a:r>
              <a:rPr lang="en-US" sz="1800" kern="0" spc="-36">
                <a:solidFill>
                  <a:schemeClr val="bg1"/>
                </a:solidFill>
                <a:latin typeface="Segoe UI Variable Display Semibold" pitchFamily="34" charset="0"/>
                <a:ea typeface="Segoe UI Variable Display Semibold" pitchFamily="34" charset="-122"/>
                <a:cs typeface="Segoe UI Variable Display Semibold" pitchFamily="34" charset="-120"/>
              </a:rPr>
              <a:t>Demo title</a:t>
            </a:r>
            <a:endParaRPr lang="en-US" sz="1800">
              <a:solidFill>
                <a:schemeClr val="bg1"/>
              </a:solidFill>
            </a:endParaRPr>
          </a:p>
        </p:txBody>
      </p:sp>
    </p:spTree>
    <p:extLst>
      <p:ext uri="{BB962C8B-B14F-4D97-AF65-F5344CB8AC3E}">
        <p14:creationId xmlns:p14="http://schemas.microsoft.com/office/powerpoint/2010/main" val="1770381941"/>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pilot Product one image">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F39D8AA-00A9-0670-AD3C-169F3A69C11A}"/>
              </a:ext>
            </a:extLst>
          </p:cNvPr>
          <p:cNvSpPr>
            <a:spLocks noGrp="1"/>
          </p:cNvSpPr>
          <p:nvPr>
            <p:ph type="pic" sz="quarter" idx="32"/>
          </p:nvPr>
        </p:nvSpPr>
        <p:spPr>
          <a:xfrm>
            <a:off x="6088062" y="0"/>
            <a:ext cx="6103938" cy="6858000"/>
          </a:xfrm>
          <a:prstGeom prst="rect">
            <a:avLst/>
          </a:prstGeom>
          <a:solidFill>
            <a:schemeClr val="accent3"/>
          </a:solidFill>
        </p:spPr>
        <p:txBody>
          <a:bodyPr/>
          <a:lstStyle/>
          <a:p>
            <a:endParaRPr lang="en-US"/>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4" name="Title 3">
            <a:extLst>
              <a:ext uri="{FF2B5EF4-FFF2-40B4-BE49-F238E27FC236}">
                <a16:creationId xmlns:a16="http://schemas.microsoft.com/office/drawing/2014/main" id="{CF3CD644-844F-AA19-6318-67C80A1643AC}"/>
              </a:ext>
            </a:extLst>
          </p:cNvPr>
          <p:cNvSpPr>
            <a:spLocks noGrp="1"/>
          </p:cNvSpPr>
          <p:nvPr>
            <p:ph type="title" hasCustomPrompt="1"/>
          </p:nvPr>
        </p:nvSpPr>
        <p:spPr>
          <a:xfrm>
            <a:off x="380678" y="1078522"/>
            <a:ext cx="5329526" cy="2860431"/>
          </a:xfrm>
          <a:prstGeom prst="rect">
            <a:avLst/>
          </a:prstGeom>
        </p:spPr>
        <p:txBody>
          <a:bodyPr/>
          <a:lstStyle>
            <a:lvl1pPr>
              <a:defRPr b="1" i="0">
                <a:solidFill>
                  <a:schemeClr val="tx1"/>
                </a:solidFill>
                <a:latin typeface="Aptos" pitchFamily="2" charset="77"/>
              </a:defRPr>
            </a:lvl1pPr>
          </a:lstStyle>
          <a:p>
            <a:r>
              <a:rPr lang="en-US"/>
              <a:t>The name of the new feature/tool</a:t>
            </a:r>
          </a:p>
        </p:txBody>
      </p:sp>
      <p:sp>
        <p:nvSpPr>
          <p:cNvPr id="7" name="Rectangle 6">
            <a:extLst>
              <a:ext uri="{FF2B5EF4-FFF2-40B4-BE49-F238E27FC236}">
                <a16:creationId xmlns:a16="http://schemas.microsoft.com/office/drawing/2014/main" id="{7F8338F7-6F56-27F7-EE5C-C77A63AB65A9}"/>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7356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urity feature specific 2">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2CE00D18-58A3-619E-6372-329E8F278A4F}"/>
              </a:ext>
            </a:extLst>
          </p:cNvPr>
          <p:cNvSpPr>
            <a:spLocks noGrp="1"/>
          </p:cNvSpPr>
          <p:nvPr>
            <p:ph type="pic" sz="quarter" idx="33"/>
          </p:nvPr>
        </p:nvSpPr>
        <p:spPr>
          <a:xfrm>
            <a:off x="0" y="0"/>
            <a:ext cx="6103938" cy="6858000"/>
          </a:xfrm>
          <a:prstGeom prst="rect">
            <a:avLst/>
          </a:prstGeom>
          <a:solidFill>
            <a:schemeClr val="accent1"/>
          </a:solidFill>
        </p:spPr>
        <p:txBody>
          <a:bodyPr/>
          <a:lstStyle/>
          <a:p>
            <a:endParaRPr lang="en-US"/>
          </a:p>
        </p:txBody>
      </p:sp>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85888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urity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A2D3F14D-0D4B-4EFB-F398-BFFFBB46F6D7}"/>
              </a:ext>
            </a:extLst>
          </p:cNvPr>
          <p:cNvSpPr>
            <a:spLocks noGrp="1"/>
          </p:cNvSpPr>
          <p:nvPr>
            <p:ph type="pic" sz="quarter" idx="32"/>
          </p:nvPr>
        </p:nvSpPr>
        <p:spPr>
          <a:xfrm>
            <a:off x="6088062" y="0"/>
            <a:ext cx="6103938" cy="6858000"/>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61153537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urity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39396869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79134B-F8BD-AF84-FC8F-B01F81F73C15}"/>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5" name="Title 1">
            <a:extLst>
              <a:ext uri="{FF2B5EF4-FFF2-40B4-BE49-F238E27FC236}">
                <a16:creationId xmlns:a16="http://schemas.microsoft.com/office/drawing/2014/main" id="{8BBF8ABC-61EB-DB2E-3AFE-76A947CAA49E}"/>
              </a:ext>
            </a:extLst>
          </p:cNvPr>
          <p:cNvSpPr>
            <a:spLocks noGrp="1"/>
          </p:cNvSpPr>
          <p:nvPr>
            <p:ph type="ctrTitle" hasCustomPrompt="1"/>
          </p:nvPr>
        </p:nvSpPr>
        <p:spPr>
          <a:xfrm>
            <a:off x="2515035" y="1392319"/>
            <a:ext cx="9039106" cy="4073363"/>
          </a:xfrm>
          <a:prstGeom prst="rect">
            <a:avLst/>
          </a:prstGeom>
        </p:spPr>
        <p:txBody>
          <a:bodyPr anchor="ctr">
            <a:normAutofit/>
          </a:bodyPr>
          <a:lstStyle>
            <a:lvl1pPr algn="l">
              <a:lnSpc>
                <a:spcPct val="80000"/>
              </a:lnSpc>
              <a:defRPr sz="6000" b="1" i="0">
                <a:solidFill>
                  <a:schemeClr val="tx1"/>
                </a:solidFill>
                <a:latin typeface="Aptos" pitchFamily="2" charset="77"/>
              </a:defRPr>
            </a:lvl1pPr>
          </a:lstStyle>
          <a:p>
            <a:r>
              <a:rPr lang="en-US" dirty="0"/>
              <a:t>Section title</a:t>
            </a:r>
          </a:p>
        </p:txBody>
      </p:sp>
    </p:spTree>
    <p:extLst>
      <p:ext uri="{BB962C8B-B14F-4D97-AF65-F5344CB8AC3E}">
        <p14:creationId xmlns:p14="http://schemas.microsoft.com/office/powerpoint/2010/main" val="178175981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Speaker Card">
    <p:bg>
      <p:bgPr>
        <a:solidFill>
          <a:srgbClr val="10141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59ABBE2-DAA1-C272-3814-6713AB63093F}"/>
              </a:ext>
            </a:extLst>
          </p:cNvPr>
          <p:cNvSpPr>
            <a:spLocks noGrp="1"/>
          </p:cNvSpPr>
          <p:nvPr>
            <p:ph type="ctrTitle" hasCustomPrompt="1"/>
          </p:nvPr>
        </p:nvSpPr>
        <p:spPr>
          <a:xfrm>
            <a:off x="2433591" y="193676"/>
            <a:ext cx="9569448" cy="5434876"/>
          </a:xfrm>
          <a:prstGeom prst="rect">
            <a:avLst/>
          </a:prstGeom>
        </p:spPr>
        <p:txBody>
          <a:bodyPr lIns="0" tIns="0" rIns="0" bIns="0" anchor="t">
            <a:noAutofit/>
          </a:bodyPr>
          <a:lstStyle>
            <a:lvl1pPr algn="l">
              <a:lnSpc>
                <a:spcPct val="80000"/>
              </a:lnSpc>
              <a:defRPr sz="7200" b="0" i="0" spc="-151">
                <a:solidFill>
                  <a:schemeClr val="tx1"/>
                </a:solidFill>
                <a:latin typeface="Aptos Display" pitchFamily="2" charset="77"/>
                <a:cs typeface="Aptos Display" pitchFamily="2" charset="77"/>
              </a:defRPr>
            </a:lvl1pPr>
          </a:lstStyle>
          <a:p>
            <a:br>
              <a:rPr lang="en-US" dirty="0"/>
            </a:br>
            <a:br>
              <a:rPr lang="en-US" dirty="0"/>
            </a:br>
            <a:br>
              <a:rPr lang="en-US" dirty="0"/>
            </a:br>
            <a:r>
              <a:rPr lang="en-US" dirty="0"/>
              <a:t> Presentation title</a:t>
            </a:r>
          </a:p>
        </p:txBody>
      </p:sp>
      <p:sp>
        <p:nvSpPr>
          <p:cNvPr id="53" name="Rectangle 52">
            <a:extLst>
              <a:ext uri="{FF2B5EF4-FFF2-40B4-BE49-F238E27FC236}">
                <a16:creationId xmlns:a16="http://schemas.microsoft.com/office/drawing/2014/main" id="{CDD3A83C-C68D-A01C-8D55-A1D1099D7AE2}"/>
              </a:ext>
            </a:extLst>
          </p:cNvPr>
          <p:cNvSpPr/>
          <p:nvPr userDrawn="1"/>
        </p:nvSpPr>
        <p:spPr>
          <a:xfrm>
            <a:off x="2433591" y="5767540"/>
            <a:ext cx="9567116" cy="18288"/>
          </a:xfrm>
          <a:prstGeom prst="rect">
            <a:avLst/>
          </a:prstGeom>
          <a:solidFill>
            <a:srgbClr val="5A61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Google Shape;179;p20">
            <a:extLst>
              <a:ext uri="{FF2B5EF4-FFF2-40B4-BE49-F238E27FC236}">
                <a16:creationId xmlns:a16="http://schemas.microsoft.com/office/drawing/2014/main" id="{C8BEDCB1-D7B8-8D82-A854-7B8D4486EE86}"/>
              </a:ext>
            </a:extLst>
          </p:cNvPr>
          <p:cNvSpPr>
            <a:spLocks noGrp="1"/>
          </p:cNvSpPr>
          <p:nvPr>
            <p:ph type="pic" idx="35"/>
          </p:nvPr>
        </p:nvSpPr>
        <p:spPr>
          <a:xfrm>
            <a:off x="2433593" y="5966442"/>
            <a:ext cx="687927" cy="697885"/>
          </a:xfrm>
          <a:prstGeom prst="rect">
            <a:avLst/>
          </a:prstGeom>
          <a:noFill/>
          <a:ln w="19050" cap="flat" cmpd="sng">
            <a:noFill/>
            <a:prstDash val="solid"/>
            <a:round/>
            <a:headEnd type="none" w="sm" len="sm"/>
            <a:tailEnd type="none" w="sm" len="sm"/>
          </a:ln>
          <a:effectLst/>
        </p:spPr>
        <p:txBody>
          <a:bodyPr anchor="ctr">
            <a:normAutofit/>
          </a:bodyPr>
          <a:lstStyle>
            <a:lvl1pPr marL="0" indent="0" algn="ctr">
              <a:buNone/>
              <a:defRPr sz="800">
                <a:solidFill>
                  <a:schemeClr val="bg1"/>
                </a:solidFill>
                <a:latin typeface="Aptos" pitchFamily="2" charset="77"/>
              </a:defRPr>
            </a:lvl1pPr>
          </a:lstStyle>
          <a:p>
            <a:r>
              <a:rPr lang="en-US"/>
              <a:t>Click icon to add picture</a:t>
            </a:r>
          </a:p>
        </p:txBody>
      </p:sp>
      <p:sp>
        <p:nvSpPr>
          <p:cNvPr id="4" name="Text Placeholder 23">
            <a:extLst>
              <a:ext uri="{FF2B5EF4-FFF2-40B4-BE49-F238E27FC236}">
                <a16:creationId xmlns:a16="http://schemas.microsoft.com/office/drawing/2014/main" id="{F1EF14FC-6425-172A-F5A9-A4A55684FCA9}"/>
              </a:ext>
            </a:extLst>
          </p:cNvPr>
          <p:cNvSpPr>
            <a:spLocks noGrp="1"/>
          </p:cNvSpPr>
          <p:nvPr>
            <p:ph type="body" sz="quarter" idx="36" hasCustomPrompt="1"/>
          </p:nvPr>
        </p:nvSpPr>
        <p:spPr>
          <a:xfrm>
            <a:off x="3234722" y="5966442"/>
            <a:ext cx="8776306" cy="152601"/>
          </a:xfrm>
          <a:prstGeom prst="rect">
            <a:avLst/>
          </a:prstGeom>
        </p:spPr>
        <p:txBody>
          <a:bodyPr lIns="0" tIns="0" rIns="0" bIns="0" anchor="t" anchorCtr="0">
            <a:noAutofit/>
          </a:bodyPr>
          <a:lstStyle>
            <a:lvl1pPr marL="0" indent="0" algn="l">
              <a:buNone/>
              <a:defRPr sz="1400" b="0" i="0" cap="all" spc="0" baseline="0">
                <a:solidFill>
                  <a:schemeClr val="tx1"/>
                </a:solidFill>
                <a:latin typeface="Consolas" pitchFamily="2" charset="77"/>
                <a:cs typeface="Consolas" pitchFamily="2" charset="77"/>
              </a:defRPr>
            </a:lvl1pPr>
            <a:lvl2pPr marL="457024" indent="0">
              <a:buNone/>
              <a:defRPr/>
            </a:lvl2pPr>
            <a:lvl3pPr marL="914049" indent="0">
              <a:buNone/>
              <a:defRPr/>
            </a:lvl3pPr>
            <a:lvl4pPr marL="1371073" indent="0">
              <a:buNone/>
              <a:defRPr/>
            </a:lvl4pPr>
            <a:lvl5pPr marL="1828099" indent="0">
              <a:buNone/>
              <a:defRPr/>
            </a:lvl5pPr>
          </a:lstStyle>
          <a:p>
            <a:pPr lvl="0"/>
            <a:r>
              <a:rPr lang="en-US" dirty="0"/>
              <a:t>FIRST &amp; LAST NAME</a:t>
            </a:r>
          </a:p>
        </p:txBody>
      </p:sp>
      <p:sp>
        <p:nvSpPr>
          <p:cNvPr id="5" name="Text Placeholder 23">
            <a:extLst>
              <a:ext uri="{FF2B5EF4-FFF2-40B4-BE49-F238E27FC236}">
                <a16:creationId xmlns:a16="http://schemas.microsoft.com/office/drawing/2014/main" id="{326CB5CA-F6CD-74F8-C385-E26C288CE67D}"/>
              </a:ext>
            </a:extLst>
          </p:cNvPr>
          <p:cNvSpPr>
            <a:spLocks noGrp="1"/>
          </p:cNvSpPr>
          <p:nvPr>
            <p:ph type="body" sz="quarter" idx="52" hasCustomPrompt="1"/>
          </p:nvPr>
        </p:nvSpPr>
        <p:spPr>
          <a:xfrm>
            <a:off x="3226733" y="6242209"/>
            <a:ext cx="8776306" cy="152601"/>
          </a:xfrm>
          <a:prstGeom prst="rect">
            <a:avLst/>
          </a:prstGeom>
        </p:spPr>
        <p:txBody>
          <a:bodyPr lIns="0" tIns="0" rIns="0" bIns="0" anchor="b" anchorCtr="0">
            <a:noAutofit/>
          </a:bodyPr>
          <a:lstStyle>
            <a:lvl1pPr marL="0" indent="0" algn="l">
              <a:lnSpc>
                <a:spcPct val="100000"/>
              </a:lnSpc>
              <a:buNone/>
              <a:defRPr sz="1400" b="0" i="0">
                <a:solidFill>
                  <a:schemeClr val="bg2"/>
                </a:solidFill>
                <a:latin typeface="Aptos Display" pitchFamily="2" charset="77"/>
                <a:cs typeface="Aptos Display" pitchFamily="2" charset="77"/>
              </a:defRPr>
            </a:lvl1pPr>
            <a:lvl2pPr marL="457024" indent="0">
              <a:buNone/>
              <a:defRPr/>
            </a:lvl2pPr>
            <a:lvl3pPr marL="914049" indent="0">
              <a:buNone/>
              <a:defRPr/>
            </a:lvl3pPr>
            <a:lvl4pPr marL="1371073" indent="0">
              <a:buNone/>
              <a:defRPr/>
            </a:lvl4pPr>
            <a:lvl5pPr marL="1828099" indent="0">
              <a:buNone/>
              <a:defRPr/>
            </a:lvl5pPr>
          </a:lstStyle>
          <a:p>
            <a:pPr lvl="0"/>
            <a:r>
              <a:rPr lang="en-US" dirty="0"/>
              <a:t>Position</a:t>
            </a:r>
          </a:p>
        </p:txBody>
      </p:sp>
      <p:sp>
        <p:nvSpPr>
          <p:cNvPr id="6" name="Text Placeholder 23">
            <a:extLst>
              <a:ext uri="{FF2B5EF4-FFF2-40B4-BE49-F238E27FC236}">
                <a16:creationId xmlns:a16="http://schemas.microsoft.com/office/drawing/2014/main" id="{5C1E3FB6-10CE-6136-9B48-984ABEDE66C1}"/>
              </a:ext>
            </a:extLst>
          </p:cNvPr>
          <p:cNvSpPr>
            <a:spLocks noGrp="1"/>
          </p:cNvSpPr>
          <p:nvPr>
            <p:ph type="body" sz="quarter" idx="53" hasCustomPrompt="1"/>
          </p:nvPr>
        </p:nvSpPr>
        <p:spPr>
          <a:xfrm>
            <a:off x="3226733" y="6517128"/>
            <a:ext cx="8776306" cy="152601"/>
          </a:xfrm>
          <a:prstGeom prst="rect">
            <a:avLst/>
          </a:prstGeom>
        </p:spPr>
        <p:txBody>
          <a:bodyPr lIns="0" tIns="0" rIns="0" bIns="0" anchor="b" anchorCtr="0">
            <a:noAutofit/>
          </a:bodyPr>
          <a:lstStyle>
            <a:lvl1pPr marL="0" indent="0" algn="l">
              <a:lnSpc>
                <a:spcPct val="100000"/>
              </a:lnSpc>
              <a:buNone/>
              <a:defRPr sz="1400" b="0" i="0">
                <a:solidFill>
                  <a:schemeClr val="bg2"/>
                </a:solidFill>
                <a:latin typeface="Aptos Display" pitchFamily="2" charset="77"/>
                <a:cs typeface="Aptos Display" pitchFamily="2" charset="77"/>
              </a:defRPr>
            </a:lvl1pPr>
            <a:lvl2pPr marL="457024" indent="0">
              <a:buNone/>
              <a:defRPr/>
            </a:lvl2pPr>
            <a:lvl3pPr marL="914049" indent="0">
              <a:buNone/>
              <a:defRPr/>
            </a:lvl3pPr>
            <a:lvl4pPr marL="1371073" indent="0">
              <a:buNone/>
              <a:defRPr/>
            </a:lvl4pPr>
            <a:lvl5pPr marL="1828099" indent="0">
              <a:buNone/>
              <a:defRPr/>
            </a:lvl5pPr>
          </a:lstStyle>
          <a:p>
            <a:pPr lvl="0"/>
            <a:r>
              <a:rPr lang="en-US" dirty="0"/>
              <a:t>Company</a:t>
            </a:r>
          </a:p>
        </p:txBody>
      </p:sp>
      <p:pic>
        <p:nvPicPr>
          <p:cNvPr id="8" name="Picture 7">
            <a:extLst>
              <a:ext uri="{FF2B5EF4-FFF2-40B4-BE49-F238E27FC236}">
                <a16:creationId xmlns:a16="http://schemas.microsoft.com/office/drawing/2014/main" id="{0AE9C953-91A6-1A22-52E9-F734D69C32AE}"/>
              </a:ext>
            </a:extLst>
          </p:cNvPr>
          <p:cNvPicPr>
            <a:picLocks noChangeAspect="1"/>
          </p:cNvPicPr>
          <p:nvPr userDrawn="1"/>
        </p:nvPicPr>
        <p:blipFill>
          <a:blip r:embed="rId2"/>
          <a:srcRect l="10734" t="72175" r="12393" b="2982"/>
          <a:stretch>
            <a:fillRect/>
          </a:stretch>
        </p:blipFill>
        <p:spPr>
          <a:xfrm>
            <a:off x="317118" y="5052071"/>
            <a:ext cx="1718037" cy="1703025"/>
          </a:xfrm>
          <a:prstGeom prst="rect">
            <a:avLst/>
          </a:prstGeom>
        </p:spPr>
      </p:pic>
      <p:pic>
        <p:nvPicPr>
          <p:cNvPr id="9" name="Picture 8">
            <a:extLst>
              <a:ext uri="{FF2B5EF4-FFF2-40B4-BE49-F238E27FC236}">
                <a16:creationId xmlns:a16="http://schemas.microsoft.com/office/drawing/2014/main" id="{7E7BDEAE-83DD-7B89-CC49-0072C4EDFBE8}"/>
              </a:ext>
            </a:extLst>
          </p:cNvPr>
          <p:cNvPicPr>
            <a:picLocks noChangeAspect="1"/>
          </p:cNvPicPr>
          <p:nvPr userDrawn="1"/>
        </p:nvPicPr>
        <p:blipFill>
          <a:blip r:embed="rId2"/>
          <a:srcRect l="12762" t="3309" r="13683" b="73123"/>
          <a:stretch>
            <a:fillRect/>
          </a:stretch>
        </p:blipFill>
        <p:spPr>
          <a:xfrm>
            <a:off x="337864" y="134758"/>
            <a:ext cx="1643879" cy="1615636"/>
          </a:xfrm>
          <a:prstGeom prst="rect">
            <a:avLst/>
          </a:prstGeom>
        </p:spPr>
      </p:pic>
      <p:pic>
        <p:nvPicPr>
          <p:cNvPr id="10" name="Picture 9">
            <a:extLst>
              <a:ext uri="{FF2B5EF4-FFF2-40B4-BE49-F238E27FC236}">
                <a16:creationId xmlns:a16="http://schemas.microsoft.com/office/drawing/2014/main" id="{268CCE8D-5789-B647-5946-9620863533BE}"/>
              </a:ext>
            </a:extLst>
          </p:cNvPr>
          <p:cNvPicPr>
            <a:picLocks noChangeAspect="1"/>
          </p:cNvPicPr>
          <p:nvPr userDrawn="1"/>
        </p:nvPicPr>
        <p:blipFill>
          <a:blip r:embed="rId2"/>
          <a:srcRect l="9997" t="50940" r="12577" b="27700"/>
          <a:stretch>
            <a:fillRect/>
          </a:stretch>
        </p:blipFill>
        <p:spPr>
          <a:xfrm>
            <a:off x="310937" y="3603480"/>
            <a:ext cx="1730398" cy="1464277"/>
          </a:xfrm>
          <a:prstGeom prst="rect">
            <a:avLst/>
          </a:prstGeom>
        </p:spPr>
      </p:pic>
      <p:pic>
        <p:nvPicPr>
          <p:cNvPr id="12" name="Picture 11">
            <a:extLst>
              <a:ext uri="{FF2B5EF4-FFF2-40B4-BE49-F238E27FC236}">
                <a16:creationId xmlns:a16="http://schemas.microsoft.com/office/drawing/2014/main" id="{8C258773-564F-48FB-9EF0-7E80B5687DBD}"/>
              </a:ext>
            </a:extLst>
          </p:cNvPr>
          <p:cNvPicPr>
            <a:picLocks noChangeAspect="1"/>
          </p:cNvPicPr>
          <p:nvPr userDrawn="1"/>
        </p:nvPicPr>
        <p:blipFill>
          <a:blip r:embed="rId2"/>
          <a:srcRect l="11190" t="26878" r="12758" b="48878"/>
          <a:stretch>
            <a:fillRect/>
          </a:stretch>
        </p:blipFill>
        <p:spPr>
          <a:xfrm>
            <a:off x="326284" y="1920061"/>
            <a:ext cx="1699706" cy="1662034"/>
          </a:xfrm>
          <a:prstGeom prst="rect">
            <a:avLst/>
          </a:prstGeom>
        </p:spPr>
      </p:pic>
      <p:pic>
        <p:nvPicPr>
          <p:cNvPr id="19" name="Picture 18">
            <a:extLst>
              <a:ext uri="{FF2B5EF4-FFF2-40B4-BE49-F238E27FC236}">
                <a16:creationId xmlns:a16="http://schemas.microsoft.com/office/drawing/2014/main" id="{59D1C542-CD12-2F12-C267-A760A901B8EF}"/>
              </a:ext>
            </a:extLst>
          </p:cNvPr>
          <p:cNvPicPr>
            <a:picLocks noChangeAspect="1"/>
          </p:cNvPicPr>
          <p:nvPr userDrawn="1"/>
        </p:nvPicPr>
        <p:blipFill>
          <a:blip r:embed="rId3"/>
          <a:stretch>
            <a:fillRect/>
          </a:stretch>
        </p:blipFill>
        <p:spPr>
          <a:xfrm>
            <a:off x="250123" y="208754"/>
            <a:ext cx="2130512" cy="1604567"/>
          </a:xfrm>
          <a:prstGeom prst="rect">
            <a:avLst/>
          </a:prstGeom>
        </p:spPr>
      </p:pic>
    </p:spTree>
    <p:extLst>
      <p:ext uri="{BB962C8B-B14F-4D97-AF65-F5344CB8AC3E}">
        <p14:creationId xmlns:p14="http://schemas.microsoft.com/office/powerpoint/2010/main" val="1219268202"/>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guide id="3" orient="horz" pos="120">
          <p15:clr>
            <a:srgbClr val="FBAE40"/>
          </p15:clr>
        </p15:guide>
        <p15:guide id="4" pos="119">
          <p15:clr>
            <a:srgbClr val="FBAE40"/>
          </p15:clr>
        </p15:guide>
        <p15:guide id="5" pos="7559">
          <p15:clr>
            <a:srgbClr val="FBAE40"/>
          </p15:clr>
        </p15:guide>
        <p15:guide id="6" orient="horz" pos="420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E66EF0C8-0E67-26E1-723B-9105D67968E1}"/>
              </a:ext>
            </a:extLst>
          </p:cNvPr>
          <p:cNvPicPr/>
          <p:nvPr userDrawn="1"/>
        </p:nvPicPr>
        <p:blipFill>
          <a:blip r:embed="rId2" cstate="screen">
            <a:extLst>
              <a:ext uri="{28A0092B-C50C-407E-A947-70E740481C1C}">
                <a14:useLocalDpi xmlns:a14="http://schemas.microsoft.com/office/drawing/2010/main"/>
              </a:ext>
            </a:extLst>
          </a:blip>
          <a:srcRect/>
          <a:stretch/>
        </p:blipFill>
        <p:spPr>
          <a:xfrm>
            <a:off x="1" y="893"/>
            <a:ext cx="12191999" cy="6856214"/>
          </a:xfrm>
          <a:prstGeom prst="rect">
            <a:avLst/>
          </a:prstGeom>
        </p:spPr>
      </p:pic>
      <p:sp>
        <p:nvSpPr>
          <p:cNvPr id="44" name="Rectangle 43">
            <a:extLst>
              <a:ext uri="{FF2B5EF4-FFF2-40B4-BE49-F238E27FC236}">
                <a16:creationId xmlns:a16="http://schemas.microsoft.com/office/drawing/2014/main" id="{446F8100-2950-53EC-2A15-11068705A544}"/>
              </a:ext>
            </a:extLst>
          </p:cNvPr>
          <p:cNvSpPr>
            <a:spLocks/>
          </p:cNvSpPr>
          <p:nvPr userDrawn="1"/>
        </p:nvSpPr>
        <p:spPr>
          <a:xfrm>
            <a:off x="21679" y="653143"/>
            <a:ext cx="7704032" cy="58194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nvGrpSpPr>
          <p:cNvPr id="5" name="Group 4">
            <a:extLst>
              <a:ext uri="{FF2B5EF4-FFF2-40B4-BE49-F238E27FC236}">
                <a16:creationId xmlns:a16="http://schemas.microsoft.com/office/drawing/2014/main" id="{09B855AD-BD3D-F40E-D33B-54DE0E37A599}"/>
              </a:ext>
            </a:extLst>
          </p:cNvPr>
          <p:cNvGrpSpPr/>
          <p:nvPr userDrawn="1"/>
        </p:nvGrpSpPr>
        <p:grpSpPr>
          <a:xfrm>
            <a:off x="4293905" y="653145"/>
            <a:ext cx="6892413" cy="5819483"/>
            <a:chOff x="3802361" y="554529"/>
            <a:chExt cx="7003569" cy="5819483"/>
          </a:xfrm>
        </p:grpSpPr>
        <p:sp>
          <p:nvSpPr>
            <p:cNvPr id="7" name="Oval 6">
              <a:extLst>
                <a:ext uri="{FF2B5EF4-FFF2-40B4-BE49-F238E27FC236}">
                  <a16:creationId xmlns:a16="http://schemas.microsoft.com/office/drawing/2014/main" id="{36772A0C-5E3A-0EF9-2840-CB823D3B0136}"/>
                </a:ext>
              </a:extLst>
            </p:cNvPr>
            <p:cNvSpPr/>
            <p:nvPr/>
          </p:nvSpPr>
          <p:spPr>
            <a:xfrm>
              <a:off x="3802361" y="554529"/>
              <a:ext cx="7003569" cy="581948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9" name="Picture 8">
              <a:extLst>
                <a:ext uri="{FF2B5EF4-FFF2-40B4-BE49-F238E27FC236}">
                  <a16:creationId xmlns:a16="http://schemas.microsoft.com/office/drawing/2014/main" id="{186DBF44-C927-C8E1-0D9C-E5D5DF67CD67}"/>
                </a:ext>
              </a:extLst>
            </p:cNvPr>
            <p:cNvPicPr>
              <a:picLocks noChangeAspect="1"/>
            </p:cNvPicPr>
            <p:nvPr/>
          </p:nvPicPr>
          <p:blipFill>
            <a:blip r:embed="rId3"/>
            <a:srcRect l="37573"/>
            <a:stretch>
              <a:fillRect/>
            </a:stretch>
          </p:blipFill>
          <p:spPr>
            <a:xfrm>
              <a:off x="5899826" y="1308243"/>
              <a:ext cx="4852084" cy="3962102"/>
            </a:xfrm>
            <a:prstGeom prst="rect">
              <a:avLst/>
            </a:prstGeom>
          </p:spPr>
        </p:pic>
      </p:grpSp>
      <p:sp>
        <p:nvSpPr>
          <p:cNvPr id="30" name="Slide Number Placeholder 4">
            <a:extLst>
              <a:ext uri="{FF2B5EF4-FFF2-40B4-BE49-F238E27FC236}">
                <a16:creationId xmlns:a16="http://schemas.microsoft.com/office/drawing/2014/main" id="{8DE68793-6CAB-8806-CC81-2E1074D826B2}"/>
              </a:ext>
            </a:extLst>
          </p:cNvPr>
          <p:cNvSpPr>
            <a:spLocks noGrp="1"/>
          </p:cNvSpPr>
          <p:nvPr>
            <p:ph type="sldNum" sz="quarter" idx="37"/>
          </p:nvPr>
        </p:nvSpPr>
        <p:spPr>
          <a:xfrm>
            <a:off x="9411967" y="6565903"/>
            <a:ext cx="2742327" cy="237463"/>
          </a:xfrm>
        </p:spPr>
        <p:txBody>
          <a:bodyPr/>
          <a:lstStyle/>
          <a:p>
            <a:fld id="{33B31415-8031-C145-812D-7EC4C965D339}" type="slidenum">
              <a:rPr lang="en-US" smtClean="0"/>
              <a:t>‹#›</a:t>
            </a:fld>
            <a:endParaRPr lang="en-US"/>
          </a:p>
        </p:txBody>
      </p:sp>
      <p:sp>
        <p:nvSpPr>
          <p:cNvPr id="33" name="Text Placeholder 18">
            <a:extLst>
              <a:ext uri="{FF2B5EF4-FFF2-40B4-BE49-F238E27FC236}">
                <a16:creationId xmlns:a16="http://schemas.microsoft.com/office/drawing/2014/main" id="{4A7CC8D0-EEFA-5A46-3F69-3DE6FAF46373}"/>
              </a:ext>
            </a:extLst>
          </p:cNvPr>
          <p:cNvSpPr txBox="1">
            <a:spLocks/>
          </p:cNvSpPr>
          <p:nvPr userDrawn="1"/>
        </p:nvSpPr>
        <p:spPr>
          <a:xfrm>
            <a:off x="951175" y="1490866"/>
            <a:ext cx="2865858" cy="935410"/>
          </a:xfrm>
          <a:prstGeom prst="rect">
            <a:avLst/>
          </a:prstGeom>
        </p:spPr>
        <p:txBody>
          <a:bodyPr/>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Aptos"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5000" b="1">
                <a:latin typeface="Arial" panose="020B0604020202020204" pitchFamily="34" charset="0"/>
              </a:rPr>
              <a:t>Agenda</a:t>
            </a:r>
          </a:p>
        </p:txBody>
      </p:sp>
    </p:spTree>
    <p:extLst>
      <p:ext uri="{BB962C8B-B14F-4D97-AF65-F5344CB8AC3E}">
        <p14:creationId xmlns:p14="http://schemas.microsoft.com/office/powerpoint/2010/main" val="383434393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Demo">
    <p:bg>
      <p:bgPr>
        <a:solidFill>
          <a:srgbClr val="00000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B8FCC02-35AA-4595-1935-936DCBAB0BCD}"/>
              </a:ext>
            </a:extLst>
          </p:cNvPr>
          <p:cNvPicPr>
            <a:picLocks noGrp="1" noRot="1" noChangeAspect="1" noMove="1" noResize="1" noEditPoints="1" noAdjustHandles="1" noChangeArrowheads="1" noChangeShapeType="1" noCrop="1"/>
          </p:cNvPicPr>
          <p:nvPr/>
        </p:nvPicPr>
        <p:blipFill>
          <a:blip r:embed="rId2" cstate="screen">
            <a:extLst>
              <a:ext uri="{28A0092B-C50C-407E-A947-70E740481C1C}">
                <a14:useLocalDpi xmlns:a14="http://schemas.microsoft.com/office/drawing/2010/main"/>
              </a:ext>
            </a:extLst>
          </a:blip>
          <a:srcRect/>
          <a:stretch/>
        </p:blipFill>
        <p:spPr>
          <a:xfrm>
            <a:off x="1" y="893"/>
            <a:ext cx="12191999" cy="6856214"/>
          </a:xfrm>
          <a:prstGeom prst="rect">
            <a:avLst/>
          </a:prstGeom>
        </p:spPr>
      </p:pic>
      <p:sp>
        <p:nvSpPr>
          <p:cNvPr id="4" name="Media Placeholder 3">
            <a:extLst>
              <a:ext uri="{FF2B5EF4-FFF2-40B4-BE49-F238E27FC236}">
                <a16:creationId xmlns:a16="http://schemas.microsoft.com/office/drawing/2014/main" id="{A2698F75-2378-AEC5-21A8-BD3236C41CAA}"/>
              </a:ext>
            </a:extLst>
          </p:cNvPr>
          <p:cNvSpPr>
            <a:spLocks noGrp="1"/>
          </p:cNvSpPr>
          <p:nvPr>
            <p:ph type="media" sz="quarter" idx="10" hasCustomPrompt="1"/>
          </p:nvPr>
        </p:nvSpPr>
        <p:spPr>
          <a:xfrm>
            <a:off x="477984" y="475384"/>
            <a:ext cx="11236036" cy="5907232"/>
          </a:xfrm>
          <a:prstGeom prst="roundRect">
            <a:avLst>
              <a:gd name="adj" fmla="val 2126"/>
            </a:avLst>
          </a:prstGeom>
          <a:solidFill>
            <a:schemeClr val="tx2"/>
          </a:solidFill>
          <a:ln>
            <a:solidFill>
              <a:schemeClr val="tx2"/>
            </a:solidFill>
          </a:ln>
          <a:effectLst/>
        </p:spPr>
        <p:txBody>
          <a:bodyPr anchor="t"/>
          <a:lstStyle>
            <a:lvl1pPr algn="ctr">
              <a:defRPr>
                <a:latin typeface="Aptos" pitchFamily="2" charset="77"/>
              </a:defRPr>
            </a:lvl1pPr>
          </a:lstStyle>
          <a:p>
            <a:r>
              <a:rPr lang="en-US"/>
              <a:t> Click to add demo</a:t>
            </a:r>
          </a:p>
        </p:txBody>
      </p:sp>
      <p:sp>
        <p:nvSpPr>
          <p:cNvPr id="7" name="Slide Number Placeholder 4">
            <a:extLst>
              <a:ext uri="{FF2B5EF4-FFF2-40B4-BE49-F238E27FC236}">
                <a16:creationId xmlns:a16="http://schemas.microsoft.com/office/drawing/2014/main" id="{D09C1734-2600-4674-015C-1D550C067EE2}"/>
              </a:ext>
            </a:extLst>
          </p:cNvPr>
          <p:cNvSpPr>
            <a:spLocks noGrp="1"/>
          </p:cNvSpPr>
          <p:nvPr>
            <p:ph type="sldNum" sz="quarter" idx="37"/>
          </p:nvPr>
        </p:nvSpPr>
        <p:spPr>
          <a:xfrm>
            <a:off x="9346553" y="6356353"/>
            <a:ext cx="2742327" cy="365125"/>
          </a:xfrm>
          <a:prstGeom prst="rect">
            <a:avLst/>
          </a:prstGeom>
        </p:spPr>
        <p:txBody>
          <a:bodyPr/>
          <a:lstStyle/>
          <a:p>
            <a:fld id="{33B31415-8031-C145-812D-7EC4C965D339}" type="slidenum">
              <a:rPr lang="en-US" smtClean="0"/>
              <a:t>‹#›</a:t>
            </a:fld>
            <a:endParaRPr lang="en-US"/>
          </a:p>
        </p:txBody>
      </p:sp>
    </p:spTree>
    <p:extLst>
      <p:ext uri="{BB962C8B-B14F-4D97-AF65-F5344CB8AC3E}">
        <p14:creationId xmlns:p14="http://schemas.microsoft.com/office/powerpoint/2010/main" val="4088181457"/>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78EB23-30EC-D9A5-D09F-EBD7B052AF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A7FA7F-82B9-D117-26CB-9657C199A6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5878170"/>
      </p:ext>
    </p:extLst>
  </p:cSld>
  <p:clrMap bg1="dk1" tx1="lt1" bg2="dk2" tx2="lt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80" r:id="rId9"/>
    <p:sldLayoutId id="2147483787" r:id="rId10"/>
    <p:sldLayoutId id="2147483791" r:id="rId11"/>
    <p:sldLayoutId id="2147483793" r:id="rId12"/>
    <p:sldLayoutId id="2147483839" r:id="rId13"/>
    <p:sldLayoutId id="2147483686" r:id="rId14"/>
    <p:sldLayoutId id="2147483764" r:id="rId15"/>
    <p:sldLayoutId id="2147483702" r:id="rId16"/>
    <p:sldLayoutId id="2147483703" r:id="rId17"/>
    <p:sldLayoutId id="2147483704" r:id="rId18"/>
    <p:sldLayoutId id="2147483705" r:id="rId19"/>
    <p:sldLayoutId id="2147483707" r:id="rId20"/>
    <p:sldLayoutId id="2147483708" r:id="rId21"/>
    <p:sldLayoutId id="2147483709" r:id="rId22"/>
    <p:sldLayoutId id="2147483710" r:id="rId23"/>
    <p:sldLayoutId id="2147483713" r:id="rId24"/>
    <p:sldLayoutId id="2147483722" r:id="rId25"/>
    <p:sldLayoutId id="2147483723" r:id="rId26"/>
    <p:sldLayoutId id="2147483739" r:id="rId27"/>
    <p:sldLayoutId id="2147483742" r:id="rId28"/>
    <p:sldLayoutId id="2147483745" r:id="rId29"/>
    <p:sldLayoutId id="2147483753" r:id="rId30"/>
    <p:sldLayoutId id="2147483754" r:id="rId31"/>
    <p:sldLayoutId id="2147483755" r:id="rId32"/>
    <p:sldLayoutId id="2147483756" r:id="rId33"/>
    <p:sldLayoutId id="2147483860" r:id="rId34"/>
    <p:sldLayoutId id="2147483866" r:id="rId35"/>
    <p:sldLayoutId id="2147483903" r:id="rId36"/>
    <p:sldLayoutId id="2147483904" r:id="rId37"/>
    <p:sldLayoutId id="2147483905" r:id="rId38"/>
    <p:sldLayoutId id="2147483906" r:id="rId39"/>
    <p:sldLayoutId id="2147483907" r:id="rId40"/>
    <p:sldLayoutId id="2147483910" r:id="rId41"/>
    <p:sldLayoutId id="2147483911" r:id="rId42"/>
    <p:sldLayoutId id="2147483912" r:id="rId43"/>
  </p:sldLayoutIdLst>
  <p:txStyles>
    <p:titleStyle>
      <a:lvl1pPr algn="l" defTabSz="914400" rtl="0" eaLnBrk="1" latinLnBrk="0" hangingPunct="1">
        <a:lnSpc>
          <a:spcPct val="90000"/>
        </a:lnSpc>
        <a:spcBef>
          <a:spcPct val="0"/>
        </a:spcBef>
        <a:buNone/>
        <a:defRPr sz="3600" b="1" i="0" kern="1200">
          <a:solidFill>
            <a:schemeClr val="tx1"/>
          </a:solidFill>
          <a:latin typeface="Aptos" pitchFamily="2" charset="77"/>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20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41.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42.xml"/><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hyperlink" Target="https://github.blog/news-insights/product-news/whats-new-github-changelog-june-2021/" TargetMode="External"/><Relationship Id="rId3" Type="http://schemas.openxmlformats.org/officeDocument/2006/relationships/hyperlink" Target="https://github.blog/changelog/2018-10-16-github-actions-limited-beta/" TargetMode="External"/><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20.png"/><Relationship Id="rId10" Type="http://schemas.openxmlformats.org/officeDocument/2006/relationships/hyperlink" Target="https://github.blog/changelog/2026-02-13-github-agentic-workflows-are-now-in-technical-preview/" TargetMode="External"/><Relationship Id="rId4" Type="http://schemas.openxmlformats.org/officeDocument/2006/relationships/image" Target="../media/image19.png"/><Relationship Id="rId9" Type="http://schemas.openxmlformats.org/officeDocument/2006/relationships/hyperlink" Target="https://github.blog/news-insights/product-news/github-copilot-meet-the-new-coding-agent/"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hyperlink" Target="https://github.github.com/gh-aw/setup/quick-start/"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hyperlink" Target="https://github.github.com/gh-aw/reference/frontmatter-ful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github.com/gh-aw/introduction/architecture/"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hyperlink" Target="https://github.github.com/gh-aw/blog/2026-01-12-welcome-to-pelis-agent-factory/" TargetMode="Externa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30.png"/><Relationship Id="rId4" Type="http://schemas.openxmlformats.org/officeDocument/2006/relationships/hyperlink" Target="https://github.github.com/gh-aw/patterns/chat-op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hyperlink" Target="https://github.com/githubnext/agentics/" TargetMode="External"/><Relationship Id="rId5" Type="http://schemas.openxmlformats.org/officeDocument/2006/relationships/image" Target="../media/image18.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3.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hyperlink" Target="https://aka.ms/githubcopilotdevdays/sweepstakes" TargetMode="External"/><Relationship Id="rId2" Type="http://schemas.openxmlformats.org/officeDocument/2006/relationships/image" Target="../media/image33.png"/><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0E980-03F6-A842-2974-D4AB80531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73F31-E88F-FE41-8DD3-E021FAE838C6}"/>
              </a:ext>
            </a:extLst>
          </p:cNvPr>
          <p:cNvSpPr>
            <a:spLocks noGrp="1"/>
          </p:cNvSpPr>
          <p:nvPr>
            <p:ph type="ctrTitle"/>
          </p:nvPr>
        </p:nvSpPr>
        <p:spPr/>
        <p:txBody>
          <a:bodyPr>
            <a:normAutofit/>
          </a:bodyPr>
          <a:lstStyle/>
          <a:p>
            <a:r>
              <a:rPr lang="en-US" sz="9600">
                <a:latin typeface="Aptos"/>
                <a:ea typeface="Calibri"/>
                <a:cs typeface="Calibri"/>
              </a:rPr>
              <a:t>GitHub Copilot </a:t>
            </a:r>
            <a:br>
              <a:rPr lang="en-US" sz="9600">
                <a:latin typeface="Aptos"/>
                <a:ea typeface="Calibri"/>
                <a:cs typeface="Calibri"/>
              </a:rPr>
            </a:br>
            <a:r>
              <a:rPr lang="en-US" sz="9600">
                <a:latin typeface="Aptos"/>
                <a:ea typeface="Calibri"/>
                <a:cs typeface="Calibri"/>
              </a:rPr>
              <a:t>Dev Days</a:t>
            </a:r>
          </a:p>
        </p:txBody>
      </p:sp>
      <p:sp>
        <p:nvSpPr>
          <p:cNvPr id="3" name="Text Placeholder 2">
            <a:extLst>
              <a:ext uri="{FF2B5EF4-FFF2-40B4-BE49-F238E27FC236}">
                <a16:creationId xmlns:a16="http://schemas.microsoft.com/office/drawing/2014/main" id="{7C234C61-AD51-1141-E543-FC3264283FC6}"/>
              </a:ext>
            </a:extLst>
          </p:cNvPr>
          <p:cNvSpPr>
            <a:spLocks noGrp="1"/>
          </p:cNvSpPr>
          <p:nvPr>
            <p:ph type="body" sz="quarter" idx="25"/>
          </p:nvPr>
        </p:nvSpPr>
        <p:spPr/>
        <p:txBody>
          <a:bodyPr/>
          <a:lstStyle/>
          <a:p>
            <a:r>
              <a:rPr lang="en-US" dirty="0"/>
              <a:t>Adrien CLERBOIS</a:t>
            </a:r>
          </a:p>
        </p:txBody>
      </p:sp>
      <p:sp>
        <p:nvSpPr>
          <p:cNvPr id="4" name="Text Placeholder 3">
            <a:extLst>
              <a:ext uri="{FF2B5EF4-FFF2-40B4-BE49-F238E27FC236}">
                <a16:creationId xmlns:a16="http://schemas.microsoft.com/office/drawing/2014/main" id="{3AEC6A8D-05C0-0E2C-8223-FBF006AFEB2B}"/>
              </a:ext>
            </a:extLst>
          </p:cNvPr>
          <p:cNvSpPr>
            <a:spLocks noGrp="1"/>
          </p:cNvSpPr>
          <p:nvPr>
            <p:ph type="body" sz="quarter" idx="26"/>
          </p:nvPr>
        </p:nvSpPr>
        <p:spPr/>
        <p:txBody>
          <a:bodyPr/>
          <a:lstStyle/>
          <a:p>
            <a:r>
              <a:rPr lang="en-US" dirty="0"/>
              <a:t>AI Charlatan @ Sense of Tech</a:t>
            </a:r>
          </a:p>
        </p:txBody>
      </p:sp>
      <p:pic>
        <p:nvPicPr>
          <p:cNvPr id="10" name="Picture Placeholder 9">
            <a:extLst>
              <a:ext uri="{FF2B5EF4-FFF2-40B4-BE49-F238E27FC236}">
                <a16:creationId xmlns:a16="http://schemas.microsoft.com/office/drawing/2014/main" id="{8043135A-78F6-DAE9-3A70-8F2D71870C23}"/>
              </a:ext>
            </a:extLst>
          </p:cNvPr>
          <p:cNvPicPr>
            <a:picLocks noGrp="1" noChangeAspect="1"/>
          </p:cNvPicPr>
          <p:nvPr>
            <p:ph type="pic" sz="quarter" idx="41"/>
          </p:nvPr>
        </p:nvPicPr>
        <p:blipFill>
          <a:blip r:embed="rId3" cstate="print">
            <a:extLst>
              <a:ext uri="{28A0092B-C50C-407E-A947-70E740481C1C}">
                <a14:useLocalDpi xmlns:a14="http://schemas.microsoft.com/office/drawing/2010/main" val="0"/>
              </a:ext>
            </a:extLst>
          </a:blip>
          <a:srcRect t="61" b="61"/>
          <a:stretch>
            <a:fillRect/>
          </a:stretch>
        </p:blipFill>
        <p:spPr>
          <a:prstGeom prst="rect">
            <a:avLst/>
          </a:prstGeom>
        </p:spPr>
      </p:pic>
      <p:pic>
        <p:nvPicPr>
          <p:cNvPr id="2050" name="Picture 2" descr="Barbara Forbes | Most Valuable Professionals">
            <a:extLst>
              <a:ext uri="{FF2B5EF4-FFF2-40B4-BE49-F238E27FC236}">
                <a16:creationId xmlns:a16="http://schemas.microsoft.com/office/drawing/2014/main" id="{5F3B2BAA-D58C-5A34-0A3D-4306CA50B9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27446" y="5678488"/>
            <a:ext cx="1071562" cy="1071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8713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4010D927-BEA6-D8E7-28C3-ACD25E443A18}"/>
              </a:ext>
            </a:extLst>
          </p:cNvPr>
          <p:cNvSpPr>
            <a:spLocks noGrp="1"/>
          </p:cNvSpPr>
          <p:nvPr>
            <p:ph type="ctrTitle"/>
          </p:nvPr>
        </p:nvSpPr>
        <p:spPr>
          <a:xfrm>
            <a:off x="2467206" y="2389614"/>
            <a:ext cx="9165103" cy="957587"/>
          </a:xfrm>
        </p:spPr>
        <p:txBody>
          <a:bodyPr/>
          <a:lstStyle/>
          <a:p>
            <a:r>
              <a:rPr lang="en-US" sz="6000" b="1" dirty="0">
                <a:latin typeface="Aptos" pitchFamily="2" charset="77"/>
                <a:cs typeface="Aptos" pitchFamily="2" charset="77"/>
              </a:rPr>
              <a:t>GitHub Agentic Workflows</a:t>
            </a:r>
          </a:p>
        </p:txBody>
      </p:sp>
      <p:grpSp>
        <p:nvGrpSpPr>
          <p:cNvPr id="12" name="Group 11">
            <a:extLst>
              <a:ext uri="{FF2B5EF4-FFF2-40B4-BE49-F238E27FC236}">
                <a16:creationId xmlns:a16="http://schemas.microsoft.com/office/drawing/2014/main" id="{1999A94A-3205-606F-8DD0-98FFDB33F069}"/>
              </a:ext>
            </a:extLst>
          </p:cNvPr>
          <p:cNvGrpSpPr/>
          <p:nvPr/>
        </p:nvGrpSpPr>
        <p:grpSpPr>
          <a:xfrm>
            <a:off x="5429439" y="3357554"/>
            <a:ext cx="2370224" cy="385789"/>
            <a:chOff x="8905207" y="3339302"/>
            <a:chExt cx="2370224" cy="385789"/>
          </a:xfrm>
        </p:grpSpPr>
        <p:sp>
          <p:nvSpPr>
            <p:cNvPr id="9" name="Text Placeholder 23">
              <a:extLst>
                <a:ext uri="{FF2B5EF4-FFF2-40B4-BE49-F238E27FC236}">
                  <a16:creationId xmlns:a16="http://schemas.microsoft.com/office/drawing/2014/main" id="{C576EA99-8F11-6815-CD67-8BF4EABEACEB}"/>
                </a:ext>
              </a:extLst>
            </p:cNvPr>
            <p:cNvSpPr txBox="1">
              <a:spLocks/>
            </p:cNvSpPr>
            <p:nvPr/>
          </p:nvSpPr>
          <p:spPr>
            <a:xfrm>
              <a:off x="9116109" y="3455005"/>
              <a:ext cx="2159322" cy="211408"/>
            </a:xfrm>
            <a:prstGeom prst="rect">
              <a:avLst/>
            </a:prstGeom>
            <a:noFill/>
            <a:ln w="19050" cap="flat" cmpd="sng">
              <a:noFill/>
              <a:prstDash val="solid"/>
              <a:round/>
              <a:headEnd type="none" w="sm" len="sm"/>
              <a:tailEnd type="none" w="sm" len="sm"/>
            </a:ln>
            <a:effectLst/>
          </p:spPr>
          <p:txBody>
            <a:bodyPr lIns="0" tIns="0" rIns="0" bIns="0" anchor="t" anchorCtr="0">
              <a:noAutofit/>
            </a:bodyPr>
            <a:lstStyle>
              <a:lvl1pPr marL="0" indent="0" algn="l" defTabSz="914049" rtl="0" eaLnBrk="1" latinLnBrk="0" hangingPunct="1">
                <a:lnSpc>
                  <a:spcPct val="90000"/>
                </a:lnSpc>
                <a:spcBef>
                  <a:spcPts val="1000"/>
                </a:spcBef>
                <a:buFont typeface="Arial" panose="020B0604020202020204" pitchFamily="34" charset="0"/>
                <a:buNone/>
                <a:defRPr sz="1400" b="0" i="0" kern="1200" cap="all" baseline="0">
                  <a:solidFill>
                    <a:schemeClr val="bg2"/>
                  </a:solidFill>
                  <a:latin typeface="Consolas" pitchFamily="2" charset="77"/>
                  <a:ea typeface="+mn-ea"/>
                  <a:cs typeface="Consolas" pitchFamily="2" charset="77"/>
                </a:defRPr>
              </a:lvl1pPr>
              <a:lvl2pPr marL="457024"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04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073"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09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3635"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66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686"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71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TECHNICAL PREVIEW</a:t>
              </a:r>
            </a:p>
          </p:txBody>
        </p:sp>
        <p:sp>
          <p:nvSpPr>
            <p:cNvPr id="10" name="Rounded Rectangle 9">
              <a:extLst>
                <a:ext uri="{FF2B5EF4-FFF2-40B4-BE49-F238E27FC236}">
                  <a16:creationId xmlns:a16="http://schemas.microsoft.com/office/drawing/2014/main" id="{14502E8C-A001-898C-C23E-03385129559B}"/>
                </a:ext>
              </a:extLst>
            </p:cNvPr>
            <p:cNvSpPr/>
            <p:nvPr/>
          </p:nvSpPr>
          <p:spPr>
            <a:xfrm>
              <a:off x="8905207" y="3339302"/>
              <a:ext cx="2314567" cy="385789"/>
            </a:xfrm>
            <a:prstGeom prst="roundRect">
              <a:avLst>
                <a:gd name="adj" fmla="val 50000"/>
              </a:avLst>
            </a:prstGeom>
            <a:noFill/>
            <a:ln>
              <a:solidFill>
                <a:schemeClr val="bg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Placeholder 3">
            <a:extLst>
              <a:ext uri="{FF2B5EF4-FFF2-40B4-BE49-F238E27FC236}">
                <a16:creationId xmlns:a16="http://schemas.microsoft.com/office/drawing/2014/main" id="{11AB2B82-B143-8464-2561-BAF7FE4A521D}"/>
              </a:ext>
            </a:extLst>
          </p:cNvPr>
          <p:cNvPicPr>
            <a:picLocks noGrp="1" noChangeAspect="1"/>
          </p:cNvPicPr>
          <p:nvPr>
            <p:ph type="pic" idx="35"/>
          </p:nvPr>
        </p:nvPicPr>
        <p:blipFill>
          <a:blip r:embed="rId3" cstate="print">
            <a:extLst>
              <a:ext uri="{28A0092B-C50C-407E-A947-70E740481C1C}">
                <a14:useLocalDpi xmlns:a14="http://schemas.microsoft.com/office/drawing/2010/main" val="0"/>
              </a:ext>
            </a:extLst>
          </a:blip>
          <a:srcRect l="795" r="795"/>
          <a:stretch>
            <a:fillRect/>
          </a:stretch>
        </p:blipFill>
        <p:spPr>
          <a:prstGeom prst="rect">
            <a:avLst/>
          </a:prstGeom>
          <a:noFill/>
          <a:ln w="19050" cap="flat" cmpd="sng">
            <a:noFill/>
            <a:prstDash val="solid"/>
            <a:round/>
            <a:headEnd type="none" w="sm" len="sm"/>
            <a:tailEnd type="none" w="sm" len="sm"/>
          </a:ln>
          <a:effectLst/>
        </p:spPr>
      </p:pic>
      <p:sp>
        <p:nvSpPr>
          <p:cNvPr id="7" name="Text Placeholder 6">
            <a:extLst>
              <a:ext uri="{FF2B5EF4-FFF2-40B4-BE49-F238E27FC236}">
                <a16:creationId xmlns:a16="http://schemas.microsoft.com/office/drawing/2014/main" id="{5DBC279D-74A4-348A-445C-54341E1A6FE1}"/>
              </a:ext>
            </a:extLst>
          </p:cNvPr>
          <p:cNvSpPr>
            <a:spLocks noGrp="1"/>
          </p:cNvSpPr>
          <p:nvPr>
            <p:ph type="body" sz="quarter" idx="36"/>
          </p:nvPr>
        </p:nvSpPr>
        <p:spPr/>
        <p:txBody>
          <a:bodyPr/>
          <a:lstStyle/>
          <a:p>
            <a:r>
              <a:rPr lang="en-US" dirty="0"/>
              <a:t>ADRIEN CLERBOIS</a:t>
            </a:r>
          </a:p>
        </p:txBody>
      </p:sp>
      <p:sp>
        <p:nvSpPr>
          <p:cNvPr id="15" name="Text Placeholder 14">
            <a:extLst>
              <a:ext uri="{FF2B5EF4-FFF2-40B4-BE49-F238E27FC236}">
                <a16:creationId xmlns:a16="http://schemas.microsoft.com/office/drawing/2014/main" id="{17AD6C51-CB6B-EC39-3A41-047F1EE54DFB}"/>
              </a:ext>
            </a:extLst>
          </p:cNvPr>
          <p:cNvSpPr>
            <a:spLocks noGrp="1"/>
          </p:cNvSpPr>
          <p:nvPr>
            <p:ph type="body" sz="quarter" idx="52"/>
          </p:nvPr>
        </p:nvSpPr>
        <p:spPr/>
        <p:txBody>
          <a:bodyPr/>
          <a:lstStyle/>
          <a:p>
            <a:r>
              <a:rPr lang="en-US" dirty="0"/>
              <a:t>AI Charlatan</a:t>
            </a:r>
          </a:p>
        </p:txBody>
      </p:sp>
      <p:sp>
        <p:nvSpPr>
          <p:cNvPr id="18" name="Text Placeholder 17">
            <a:extLst>
              <a:ext uri="{FF2B5EF4-FFF2-40B4-BE49-F238E27FC236}">
                <a16:creationId xmlns:a16="http://schemas.microsoft.com/office/drawing/2014/main" id="{981BA13E-769F-CD22-58A5-66D613CDD7AE}"/>
              </a:ext>
            </a:extLst>
          </p:cNvPr>
          <p:cNvSpPr>
            <a:spLocks noGrp="1"/>
          </p:cNvSpPr>
          <p:nvPr>
            <p:ph type="body" sz="quarter" idx="53"/>
          </p:nvPr>
        </p:nvSpPr>
        <p:spPr/>
        <p:txBody>
          <a:bodyPr/>
          <a:lstStyle/>
          <a:p>
            <a:r>
              <a:rPr lang="en-US" dirty="0"/>
              <a:t>Sense of Tech</a:t>
            </a:r>
          </a:p>
        </p:txBody>
      </p:sp>
      <p:pic>
        <p:nvPicPr>
          <p:cNvPr id="1026" name="Picture 2" descr="Barbara Forbes | Most Valuable Professionals">
            <a:extLst>
              <a:ext uri="{FF2B5EF4-FFF2-40B4-BE49-F238E27FC236}">
                <a16:creationId xmlns:a16="http://schemas.microsoft.com/office/drawing/2014/main" id="{B2CFA416-C7B8-7A67-7DED-CFB394291B2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226946" y="5927337"/>
            <a:ext cx="776093" cy="7760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994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405FD-4BA6-7227-BD23-5AB91CE1CD3B}"/>
            </a:ext>
          </a:extLst>
        </p:cNvPr>
        <p:cNvGrpSpPr/>
        <p:nvPr/>
      </p:nvGrpSpPr>
      <p:grpSpPr>
        <a:xfrm>
          <a:off x="0" y="0"/>
          <a:ext cx="0" cy="0"/>
          <a:chOff x="0" y="0"/>
          <a:chExt cx="0" cy="0"/>
        </a:xfrm>
      </p:grpSpPr>
      <p:grpSp>
        <p:nvGrpSpPr>
          <p:cNvPr id="45" name="Group 44">
            <a:extLst>
              <a:ext uri="{FF2B5EF4-FFF2-40B4-BE49-F238E27FC236}">
                <a16:creationId xmlns:a16="http://schemas.microsoft.com/office/drawing/2014/main" id="{F746724C-4BB1-44EF-E702-2765D94ED4B2}"/>
              </a:ext>
            </a:extLst>
          </p:cNvPr>
          <p:cNvGrpSpPr/>
          <p:nvPr/>
        </p:nvGrpSpPr>
        <p:grpSpPr>
          <a:xfrm>
            <a:off x="455956" y="3037195"/>
            <a:ext cx="7577509" cy="1545860"/>
            <a:chOff x="331537" y="2982603"/>
            <a:chExt cx="7577508" cy="1545860"/>
          </a:xfrm>
        </p:grpSpPr>
        <p:sp>
          <p:nvSpPr>
            <p:cNvPr id="39" name="Google Shape;1420;p105">
              <a:extLst>
                <a:ext uri="{FF2B5EF4-FFF2-40B4-BE49-F238E27FC236}">
                  <a16:creationId xmlns:a16="http://schemas.microsoft.com/office/drawing/2014/main" id="{D5998C08-4DE6-9EDD-4A8B-E9423460B666}"/>
                </a:ext>
              </a:extLst>
            </p:cNvPr>
            <p:cNvSpPr/>
            <p:nvPr/>
          </p:nvSpPr>
          <p:spPr>
            <a:xfrm>
              <a:off x="1927018" y="3389359"/>
              <a:ext cx="5181563" cy="92277"/>
            </a:xfrm>
            <a:prstGeom prst="rect">
              <a:avLst/>
            </a:prstGeom>
            <a:gradFill>
              <a:gsLst>
                <a:gs pos="0">
                  <a:srgbClr val="C693FF"/>
                </a:gs>
                <a:gs pos="42000">
                  <a:srgbClr val="6533FE"/>
                </a:gs>
                <a:gs pos="69000">
                  <a:srgbClr val="0840F0"/>
                </a:gs>
                <a:gs pos="100000">
                  <a:srgbClr val="60ED83"/>
                </a:gs>
              </a:gsLst>
              <a:lin ang="0" scaled="0"/>
            </a:gradFill>
            <a:ln>
              <a:noFill/>
            </a:ln>
          </p:spPr>
          <p:txBody>
            <a:bodyPr spcFirstLastPara="1" wrap="square" lIns="91426" tIns="91426" rIns="91426" bIns="91426" anchor="ctr" anchorCtr="0">
              <a:noAutofit/>
            </a:bodyPr>
            <a:lstStyle/>
            <a:p>
              <a:pPr algn="ctr"/>
              <a:endParaRPr/>
            </a:p>
          </p:txBody>
        </p:sp>
        <p:sp>
          <p:nvSpPr>
            <p:cNvPr id="40" name="Rounded Rectangle 39">
              <a:extLst>
                <a:ext uri="{FF2B5EF4-FFF2-40B4-BE49-F238E27FC236}">
                  <a16:creationId xmlns:a16="http://schemas.microsoft.com/office/drawing/2014/main" id="{87BCDAE9-7643-26F8-7ECB-CA42EAFB7EA9}"/>
                </a:ext>
              </a:extLst>
            </p:cNvPr>
            <p:cNvSpPr/>
            <p:nvPr/>
          </p:nvSpPr>
          <p:spPr>
            <a:xfrm>
              <a:off x="7059798" y="2982603"/>
              <a:ext cx="763887" cy="763901"/>
            </a:xfrm>
            <a:prstGeom prst="roundRect">
              <a:avLst/>
            </a:prstGeom>
            <a:solidFill>
              <a:schemeClr val="bg1"/>
            </a:solidFill>
            <a:ln w="50800">
              <a:solidFill>
                <a:srgbClr val="60ED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ounded Rectangle 40">
              <a:extLst>
                <a:ext uri="{FF2B5EF4-FFF2-40B4-BE49-F238E27FC236}">
                  <a16:creationId xmlns:a16="http://schemas.microsoft.com/office/drawing/2014/main" id="{FE45FE2A-4BBC-834B-1CB1-966B925A2794}"/>
                </a:ext>
              </a:extLst>
            </p:cNvPr>
            <p:cNvSpPr/>
            <p:nvPr/>
          </p:nvSpPr>
          <p:spPr>
            <a:xfrm>
              <a:off x="5226443" y="2982603"/>
              <a:ext cx="763887" cy="763901"/>
            </a:xfrm>
            <a:prstGeom prst="roundRect">
              <a:avLst/>
            </a:prstGeom>
            <a:solidFill>
              <a:schemeClr val="bg1"/>
            </a:solidFill>
            <a:ln w="50800">
              <a:solidFill>
                <a:srgbClr val="084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ounded Rectangle 42">
              <a:extLst>
                <a:ext uri="{FF2B5EF4-FFF2-40B4-BE49-F238E27FC236}">
                  <a16:creationId xmlns:a16="http://schemas.microsoft.com/office/drawing/2014/main" id="{085EAE19-057F-5E0A-4A0D-C3CC723AD06B}"/>
                </a:ext>
              </a:extLst>
            </p:cNvPr>
            <p:cNvSpPr/>
            <p:nvPr/>
          </p:nvSpPr>
          <p:spPr>
            <a:xfrm>
              <a:off x="3287083" y="2982603"/>
              <a:ext cx="763887" cy="763901"/>
            </a:xfrm>
            <a:prstGeom prst="roundRect">
              <a:avLst/>
            </a:prstGeom>
            <a:solidFill>
              <a:schemeClr val="bg1"/>
            </a:solidFill>
            <a:ln w="50800">
              <a:solidFill>
                <a:srgbClr val="6533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ounded Rectangle 43">
              <a:extLst>
                <a:ext uri="{FF2B5EF4-FFF2-40B4-BE49-F238E27FC236}">
                  <a16:creationId xmlns:a16="http://schemas.microsoft.com/office/drawing/2014/main" id="{464835C3-8061-F327-DA5D-A98F80237491}"/>
                </a:ext>
              </a:extLst>
            </p:cNvPr>
            <p:cNvSpPr/>
            <p:nvPr/>
          </p:nvSpPr>
          <p:spPr>
            <a:xfrm>
              <a:off x="1136864" y="2982603"/>
              <a:ext cx="763887" cy="763901"/>
            </a:xfrm>
            <a:prstGeom prst="roundRect">
              <a:avLst/>
            </a:prstGeom>
            <a:solidFill>
              <a:schemeClr val="bg1"/>
            </a:solidFill>
            <a:ln w="50800">
              <a:solidFill>
                <a:srgbClr val="C69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Google Shape;1427;p105">
              <a:extLst>
                <a:ext uri="{FF2B5EF4-FFF2-40B4-BE49-F238E27FC236}">
                  <a16:creationId xmlns:a16="http://schemas.microsoft.com/office/drawing/2014/main" id="{716A5CBD-D288-413B-1DC3-FD26D883EFC2}"/>
                </a:ext>
              </a:extLst>
            </p:cNvPr>
            <p:cNvSpPr txBox="1"/>
            <p:nvPr/>
          </p:nvSpPr>
          <p:spPr>
            <a:xfrm>
              <a:off x="7145157" y="3974465"/>
              <a:ext cx="763888" cy="246221"/>
            </a:xfrm>
            <a:prstGeom prst="rect">
              <a:avLst/>
            </a:prstGeom>
            <a:noFill/>
            <a:ln>
              <a:noFill/>
            </a:ln>
          </p:spPr>
          <p:txBody>
            <a:bodyPr spcFirstLastPara="1" wrap="square" lIns="0" tIns="0" rIns="0" bIns="0" anchor="t" anchorCtr="0">
              <a:spAutoFit/>
            </a:bodyPr>
            <a:lstStyle/>
            <a:p>
              <a:pPr>
                <a:lnSpc>
                  <a:spcPct val="80000"/>
                </a:lnSpc>
              </a:pPr>
              <a:r>
                <a:rPr lang="en" sz="2000" dirty="0">
                  <a:latin typeface="Aptos" pitchFamily="2" charset="77"/>
                  <a:ea typeface="Inter SemiBold"/>
                  <a:cs typeface="Aptos" pitchFamily="2" charset="77"/>
                  <a:sym typeface="Inter SemiBold"/>
                </a:rPr>
                <a:t>Q&amp;A</a:t>
              </a:r>
              <a:endParaRPr sz="2000" dirty="0">
                <a:latin typeface="Aptos" pitchFamily="2" charset="77"/>
                <a:ea typeface="Inter SemiBold"/>
                <a:cs typeface="Aptos" pitchFamily="2" charset="77"/>
                <a:sym typeface="Inter SemiBold"/>
              </a:endParaRPr>
            </a:p>
          </p:txBody>
        </p:sp>
        <p:pic>
          <p:nvPicPr>
            <p:cNvPr id="54" name="Google Shape;1432;p105">
              <a:extLst>
                <a:ext uri="{FF2B5EF4-FFF2-40B4-BE49-F238E27FC236}">
                  <a16:creationId xmlns:a16="http://schemas.microsoft.com/office/drawing/2014/main" id="{79D4654B-7077-E9C6-859A-3E34D5A3102C}"/>
                </a:ext>
              </a:extLst>
            </p:cNvPr>
            <p:cNvPicPr preferRelativeResize="0"/>
            <p:nvPr/>
          </p:nvPicPr>
          <p:blipFill>
            <a:blip r:embed="rId3">
              <a:alphaModFix/>
            </a:blip>
            <a:stretch>
              <a:fillRect/>
            </a:stretch>
          </p:blipFill>
          <p:spPr>
            <a:xfrm>
              <a:off x="5383031" y="3131510"/>
              <a:ext cx="452789" cy="460211"/>
            </a:xfrm>
            <a:prstGeom prst="rect">
              <a:avLst/>
            </a:prstGeom>
            <a:noFill/>
            <a:ln>
              <a:noFill/>
            </a:ln>
          </p:spPr>
        </p:pic>
        <p:sp>
          <p:nvSpPr>
            <p:cNvPr id="13" name="Google Shape;1427;p105">
              <a:extLst>
                <a:ext uri="{FF2B5EF4-FFF2-40B4-BE49-F238E27FC236}">
                  <a16:creationId xmlns:a16="http://schemas.microsoft.com/office/drawing/2014/main" id="{BDD2E408-BA56-ABDE-0B33-E5B80312898F}"/>
                </a:ext>
              </a:extLst>
            </p:cNvPr>
            <p:cNvSpPr txBox="1"/>
            <p:nvPr/>
          </p:nvSpPr>
          <p:spPr>
            <a:xfrm>
              <a:off x="331537" y="3888392"/>
              <a:ext cx="2389277" cy="615553"/>
            </a:xfrm>
            <a:prstGeom prst="rect">
              <a:avLst/>
            </a:prstGeom>
            <a:noFill/>
            <a:ln>
              <a:noFill/>
            </a:ln>
          </p:spPr>
          <p:txBody>
            <a:bodyPr spcFirstLastPara="1" wrap="square" lIns="0" tIns="0" rIns="0" bIns="0" anchor="t" anchorCtr="0">
              <a:spAutoFit/>
            </a:bodyPr>
            <a:lstStyle/>
            <a:p>
              <a:pPr algn="ctr"/>
              <a:r>
                <a:rPr lang="en-US" sz="2000" dirty="0">
                  <a:latin typeface="Aptos" pitchFamily="2" charset="77"/>
                  <a:ea typeface="Inter SemiBold"/>
                  <a:cs typeface="Aptos" pitchFamily="2" charset="77"/>
                  <a:sym typeface="Inter SemiBold"/>
                </a:rPr>
                <a:t>De </a:t>
              </a:r>
              <a:r>
                <a:rPr lang="en-US" sz="2000" dirty="0" err="1">
                  <a:latin typeface="Aptos" pitchFamily="2" charset="77"/>
                  <a:ea typeface="Inter SemiBold"/>
                  <a:cs typeface="Aptos" pitchFamily="2" charset="77"/>
                  <a:sym typeface="Inter SemiBold"/>
                </a:rPr>
                <a:t>l'automatisation</a:t>
              </a:r>
              <a:r>
                <a:rPr lang="en-US" sz="2000" dirty="0">
                  <a:latin typeface="Aptos" pitchFamily="2" charset="77"/>
                  <a:ea typeface="Inter SemiBold"/>
                  <a:cs typeface="Aptos" pitchFamily="2" charset="77"/>
                  <a:sym typeface="Inter SemiBold"/>
                </a:rPr>
                <a:t> à </a:t>
              </a:r>
              <a:r>
                <a:rPr lang="en-US" sz="2000" dirty="0" err="1">
                  <a:latin typeface="Aptos" pitchFamily="2" charset="77"/>
                  <a:ea typeface="Inter SemiBold"/>
                  <a:cs typeface="Aptos" pitchFamily="2" charset="77"/>
                  <a:sym typeface="Inter SemiBold"/>
                </a:rPr>
                <a:t>l'intelligence</a:t>
              </a:r>
              <a:endParaRPr sz="2000" dirty="0">
                <a:latin typeface="Aptos" pitchFamily="2" charset="77"/>
                <a:ea typeface="Inter SemiBold"/>
                <a:cs typeface="Aptos" pitchFamily="2" charset="77"/>
                <a:sym typeface="Inter SemiBold"/>
              </a:endParaRPr>
            </a:p>
          </p:txBody>
        </p:sp>
        <p:grpSp>
          <p:nvGrpSpPr>
            <p:cNvPr id="18" name="Google Shape;1093;p63">
              <a:extLst>
                <a:ext uri="{FF2B5EF4-FFF2-40B4-BE49-F238E27FC236}">
                  <a16:creationId xmlns:a16="http://schemas.microsoft.com/office/drawing/2014/main" id="{A2C975B9-DB47-7223-6736-D32987440F22}"/>
                </a:ext>
                <a:ext uri="{C183D7F6-B498-43B3-948B-1728B52AA6E4}">
                  <adec:decorative xmlns:adec="http://schemas.microsoft.com/office/drawing/2017/decorative" val="1"/>
                </a:ext>
              </a:extLst>
            </p:cNvPr>
            <p:cNvGrpSpPr/>
            <p:nvPr/>
          </p:nvGrpSpPr>
          <p:grpSpPr>
            <a:xfrm>
              <a:off x="1345810" y="3174920"/>
              <a:ext cx="394478" cy="372472"/>
              <a:chOff x="4372769" y="2910304"/>
              <a:chExt cx="56755" cy="52725"/>
            </a:xfrm>
            <a:solidFill>
              <a:schemeClr val="tx1"/>
            </a:solidFill>
          </p:grpSpPr>
          <p:sp>
            <p:nvSpPr>
              <p:cNvPr id="19" name="Google Shape;1094;p63">
                <a:extLst>
                  <a:ext uri="{FF2B5EF4-FFF2-40B4-BE49-F238E27FC236}">
                    <a16:creationId xmlns:a16="http://schemas.microsoft.com/office/drawing/2014/main" id="{45BAEC3A-7A58-7E28-E4F5-096FCBE7EB15}"/>
                  </a:ext>
                </a:extLst>
              </p:cNvPr>
              <p:cNvSpPr/>
              <p:nvPr/>
            </p:nvSpPr>
            <p:spPr>
              <a:xfrm>
                <a:off x="4372769" y="2910304"/>
                <a:ext cx="51900" cy="52725"/>
              </a:xfrm>
              <a:custGeom>
                <a:avLst/>
                <a:gdLst/>
                <a:ahLst/>
                <a:cxnLst/>
                <a:rect l="l" t="t" r="r" b="b"/>
                <a:pathLst>
                  <a:path w="2076" h="2109" extrusionOk="0">
                    <a:moveTo>
                      <a:pt x="77" y="0"/>
                    </a:moveTo>
                    <a:cubicBezTo>
                      <a:pt x="34" y="0"/>
                      <a:pt x="1" y="34"/>
                      <a:pt x="1" y="76"/>
                    </a:cubicBezTo>
                    <a:lnTo>
                      <a:pt x="1" y="2033"/>
                    </a:lnTo>
                    <a:cubicBezTo>
                      <a:pt x="1" y="2075"/>
                      <a:pt x="34" y="2109"/>
                      <a:pt x="77" y="2109"/>
                    </a:cubicBezTo>
                    <a:lnTo>
                      <a:pt x="1999" y="2109"/>
                    </a:lnTo>
                    <a:cubicBezTo>
                      <a:pt x="2041" y="2109"/>
                      <a:pt x="2075" y="2075"/>
                      <a:pt x="2075" y="2033"/>
                    </a:cubicBezTo>
                    <a:cubicBezTo>
                      <a:pt x="2075" y="1982"/>
                      <a:pt x="2041" y="1948"/>
                      <a:pt x="1999" y="1948"/>
                    </a:cubicBezTo>
                    <a:lnTo>
                      <a:pt x="152" y="1948"/>
                    </a:lnTo>
                    <a:lnTo>
                      <a:pt x="152" y="76"/>
                    </a:lnTo>
                    <a:cubicBezTo>
                      <a:pt x="152" y="34"/>
                      <a:pt x="119" y="0"/>
                      <a:pt x="77"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sp>
            <p:nvSpPr>
              <p:cNvPr id="20" name="Google Shape;1095;p63">
                <a:extLst>
                  <a:ext uri="{FF2B5EF4-FFF2-40B4-BE49-F238E27FC236}">
                    <a16:creationId xmlns:a16="http://schemas.microsoft.com/office/drawing/2014/main" id="{419B47C8-72E4-4446-333E-5FE92664F446}"/>
                  </a:ext>
                </a:extLst>
              </p:cNvPr>
              <p:cNvSpPr/>
              <p:nvPr/>
            </p:nvSpPr>
            <p:spPr>
              <a:xfrm>
                <a:off x="4381625" y="2922100"/>
                <a:ext cx="47900" cy="25125"/>
              </a:xfrm>
              <a:custGeom>
                <a:avLst/>
                <a:gdLst/>
                <a:ahLst/>
                <a:cxnLst/>
                <a:rect l="l" t="t" r="r" b="b"/>
                <a:pathLst>
                  <a:path w="1916" h="1005" extrusionOk="0">
                    <a:moveTo>
                      <a:pt x="1831" y="1"/>
                    </a:moveTo>
                    <a:cubicBezTo>
                      <a:pt x="1810" y="1"/>
                      <a:pt x="1789" y="9"/>
                      <a:pt x="1772" y="26"/>
                    </a:cubicBezTo>
                    <a:lnTo>
                      <a:pt x="1173" y="633"/>
                    </a:lnTo>
                    <a:lnTo>
                      <a:pt x="777" y="237"/>
                    </a:lnTo>
                    <a:cubicBezTo>
                      <a:pt x="764" y="220"/>
                      <a:pt x="745" y="212"/>
                      <a:pt x="725" y="212"/>
                    </a:cubicBezTo>
                    <a:cubicBezTo>
                      <a:pt x="705" y="212"/>
                      <a:pt x="684" y="220"/>
                      <a:pt x="667" y="237"/>
                    </a:cubicBezTo>
                    <a:lnTo>
                      <a:pt x="35" y="869"/>
                    </a:lnTo>
                    <a:cubicBezTo>
                      <a:pt x="1" y="903"/>
                      <a:pt x="1" y="954"/>
                      <a:pt x="35" y="979"/>
                    </a:cubicBezTo>
                    <a:cubicBezTo>
                      <a:pt x="51" y="996"/>
                      <a:pt x="73" y="1004"/>
                      <a:pt x="93" y="1004"/>
                    </a:cubicBezTo>
                    <a:cubicBezTo>
                      <a:pt x="113" y="1004"/>
                      <a:pt x="132" y="996"/>
                      <a:pt x="144" y="979"/>
                    </a:cubicBezTo>
                    <a:lnTo>
                      <a:pt x="726" y="405"/>
                    </a:lnTo>
                    <a:lnTo>
                      <a:pt x="1114" y="793"/>
                    </a:lnTo>
                    <a:cubicBezTo>
                      <a:pt x="1131" y="810"/>
                      <a:pt x="1152" y="819"/>
                      <a:pt x="1172" y="819"/>
                    </a:cubicBezTo>
                    <a:cubicBezTo>
                      <a:pt x="1192" y="819"/>
                      <a:pt x="1211" y="810"/>
                      <a:pt x="1224" y="793"/>
                    </a:cubicBezTo>
                    <a:lnTo>
                      <a:pt x="1890" y="136"/>
                    </a:lnTo>
                    <a:cubicBezTo>
                      <a:pt x="1915" y="110"/>
                      <a:pt x="1915" y="60"/>
                      <a:pt x="1890" y="26"/>
                    </a:cubicBezTo>
                    <a:cubicBezTo>
                      <a:pt x="1873" y="9"/>
                      <a:pt x="1852" y="1"/>
                      <a:pt x="1831"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grpSp>
        <p:sp>
          <p:nvSpPr>
            <p:cNvPr id="23" name="Google Shape;1427;p105">
              <a:extLst>
                <a:ext uri="{FF2B5EF4-FFF2-40B4-BE49-F238E27FC236}">
                  <a16:creationId xmlns:a16="http://schemas.microsoft.com/office/drawing/2014/main" id="{FB44888D-7124-5FA2-D384-E3391003F1BC}"/>
                </a:ext>
              </a:extLst>
            </p:cNvPr>
            <p:cNvSpPr txBox="1"/>
            <p:nvPr/>
          </p:nvSpPr>
          <p:spPr>
            <a:xfrm>
              <a:off x="2891530" y="3912910"/>
              <a:ext cx="1779814" cy="615553"/>
            </a:xfrm>
            <a:prstGeom prst="rect">
              <a:avLst/>
            </a:prstGeom>
            <a:noFill/>
            <a:ln>
              <a:noFill/>
            </a:ln>
          </p:spPr>
          <p:txBody>
            <a:bodyPr spcFirstLastPara="1" wrap="square" lIns="0" tIns="0" rIns="0" bIns="0" anchor="t" anchorCtr="0">
              <a:spAutoFit/>
            </a:bodyPr>
            <a:lstStyle/>
            <a:p>
              <a:pPr algn="ctr"/>
              <a:r>
                <a:rPr lang="en" sz="2000" dirty="0">
                  <a:latin typeface="Aptos" pitchFamily="2" charset="77"/>
                  <a:ea typeface="Inter SemiBold"/>
                  <a:cs typeface="Aptos" pitchFamily="2" charset="77"/>
                  <a:sym typeface="Inter SemiBold"/>
                </a:rPr>
                <a:t>GitHub Agentic Workflows</a:t>
              </a:r>
              <a:endParaRPr sz="2000" dirty="0">
                <a:latin typeface="Aptos" pitchFamily="2" charset="77"/>
                <a:ea typeface="Inter SemiBold"/>
                <a:cs typeface="Aptos" pitchFamily="2" charset="77"/>
                <a:sym typeface="Inter SemiBold"/>
              </a:endParaRPr>
            </a:p>
          </p:txBody>
        </p:sp>
        <p:sp>
          <p:nvSpPr>
            <p:cNvPr id="24" name="Google Shape;1427;p105">
              <a:extLst>
                <a:ext uri="{FF2B5EF4-FFF2-40B4-BE49-F238E27FC236}">
                  <a16:creationId xmlns:a16="http://schemas.microsoft.com/office/drawing/2014/main" id="{79DE80B8-3B7C-DB75-550D-DF85A8C0E669}"/>
                </a:ext>
              </a:extLst>
            </p:cNvPr>
            <p:cNvSpPr txBox="1"/>
            <p:nvPr/>
          </p:nvSpPr>
          <p:spPr>
            <a:xfrm>
              <a:off x="5256183" y="3967331"/>
              <a:ext cx="1452969" cy="246221"/>
            </a:xfrm>
            <a:prstGeom prst="rect">
              <a:avLst/>
            </a:prstGeom>
            <a:noFill/>
            <a:ln>
              <a:noFill/>
            </a:ln>
          </p:spPr>
          <p:txBody>
            <a:bodyPr spcFirstLastPara="1" wrap="square" lIns="0" tIns="0" rIns="0" bIns="0" anchor="t" anchorCtr="0">
              <a:spAutoFit/>
            </a:bodyPr>
            <a:lstStyle/>
            <a:p>
              <a:pPr>
                <a:lnSpc>
                  <a:spcPct val="80000"/>
                </a:lnSpc>
              </a:pPr>
              <a:r>
                <a:rPr lang="en" sz="2000" dirty="0">
                  <a:latin typeface="Aptos" pitchFamily="2" charset="77"/>
                  <a:ea typeface="Inter SemiBold"/>
                  <a:cs typeface="Aptos" pitchFamily="2" charset="77"/>
                  <a:sym typeface="Inter SemiBold"/>
                </a:rPr>
                <a:t>Demo</a:t>
              </a:r>
              <a:endParaRPr sz="2000" dirty="0">
                <a:latin typeface="Aptos" pitchFamily="2" charset="77"/>
                <a:ea typeface="Inter SemiBold"/>
                <a:cs typeface="Aptos" pitchFamily="2" charset="77"/>
                <a:sym typeface="Inter SemiBold"/>
              </a:endParaRPr>
            </a:p>
          </p:txBody>
        </p:sp>
        <p:sp>
          <p:nvSpPr>
            <p:cNvPr id="27" name="Google Shape;1266;p65">
              <a:extLst>
                <a:ext uri="{FF2B5EF4-FFF2-40B4-BE49-F238E27FC236}">
                  <a16:creationId xmlns:a16="http://schemas.microsoft.com/office/drawing/2014/main" id="{856FAD06-754F-FEEF-AFE5-08D7B2760421}"/>
                </a:ext>
              </a:extLst>
            </p:cNvPr>
            <p:cNvSpPr/>
            <p:nvPr/>
          </p:nvSpPr>
          <p:spPr>
            <a:xfrm>
              <a:off x="7263243" y="3191495"/>
              <a:ext cx="393538" cy="400226"/>
            </a:xfrm>
            <a:custGeom>
              <a:avLst/>
              <a:gdLst/>
              <a:ahLst/>
              <a:cxnLst/>
              <a:rect l="l" t="t" r="r" b="b"/>
              <a:pathLst>
                <a:path w="1687" h="1688" extrusionOk="0">
                  <a:moveTo>
                    <a:pt x="177" y="1"/>
                  </a:moveTo>
                  <a:cubicBezTo>
                    <a:pt x="76" y="1"/>
                    <a:pt x="0" y="76"/>
                    <a:pt x="0" y="178"/>
                  </a:cubicBezTo>
                  <a:lnTo>
                    <a:pt x="0" y="1181"/>
                  </a:lnTo>
                  <a:cubicBezTo>
                    <a:pt x="0" y="1282"/>
                    <a:pt x="76" y="1367"/>
                    <a:pt x="177" y="1367"/>
                  </a:cubicBezTo>
                  <a:lnTo>
                    <a:pt x="312" y="1367"/>
                  </a:lnTo>
                  <a:lnTo>
                    <a:pt x="312" y="1527"/>
                  </a:lnTo>
                  <a:cubicBezTo>
                    <a:pt x="312" y="1611"/>
                    <a:pt x="380" y="1687"/>
                    <a:pt x="464" y="1687"/>
                  </a:cubicBezTo>
                  <a:cubicBezTo>
                    <a:pt x="506" y="1687"/>
                    <a:pt x="549" y="1670"/>
                    <a:pt x="574" y="1637"/>
                  </a:cubicBezTo>
                  <a:lnTo>
                    <a:pt x="844" y="1367"/>
                  </a:lnTo>
                  <a:lnTo>
                    <a:pt x="1501" y="1367"/>
                  </a:lnTo>
                  <a:cubicBezTo>
                    <a:pt x="1603" y="1367"/>
                    <a:pt x="1687" y="1282"/>
                    <a:pt x="1687" y="1181"/>
                  </a:cubicBezTo>
                  <a:lnTo>
                    <a:pt x="1687" y="178"/>
                  </a:lnTo>
                  <a:cubicBezTo>
                    <a:pt x="1687" y="76"/>
                    <a:pt x="1603" y="1"/>
                    <a:pt x="1501" y="1"/>
                  </a:cubicBezTo>
                  <a:close/>
                  <a:moveTo>
                    <a:pt x="152" y="178"/>
                  </a:moveTo>
                  <a:cubicBezTo>
                    <a:pt x="152" y="169"/>
                    <a:pt x="169" y="152"/>
                    <a:pt x="177" y="152"/>
                  </a:cubicBezTo>
                  <a:lnTo>
                    <a:pt x="1501" y="152"/>
                  </a:lnTo>
                  <a:cubicBezTo>
                    <a:pt x="1510" y="152"/>
                    <a:pt x="1527" y="169"/>
                    <a:pt x="1527" y="178"/>
                  </a:cubicBezTo>
                  <a:lnTo>
                    <a:pt x="1527" y="1181"/>
                  </a:lnTo>
                  <a:cubicBezTo>
                    <a:pt x="1527" y="1198"/>
                    <a:pt x="1510" y="1206"/>
                    <a:pt x="1501" y="1206"/>
                  </a:cubicBezTo>
                  <a:lnTo>
                    <a:pt x="810" y="1206"/>
                  </a:lnTo>
                  <a:cubicBezTo>
                    <a:pt x="793" y="1206"/>
                    <a:pt x="776" y="1215"/>
                    <a:pt x="759" y="1232"/>
                  </a:cubicBezTo>
                  <a:lnTo>
                    <a:pt x="473" y="1518"/>
                  </a:lnTo>
                  <a:lnTo>
                    <a:pt x="473" y="1291"/>
                  </a:lnTo>
                  <a:cubicBezTo>
                    <a:pt x="473" y="1249"/>
                    <a:pt x="439" y="1206"/>
                    <a:pt x="388" y="1206"/>
                  </a:cubicBezTo>
                  <a:lnTo>
                    <a:pt x="177" y="1206"/>
                  </a:lnTo>
                  <a:cubicBezTo>
                    <a:pt x="169" y="1206"/>
                    <a:pt x="152" y="1198"/>
                    <a:pt x="152" y="1181"/>
                  </a:cubicBezTo>
                  <a:close/>
                </a:path>
              </a:pathLst>
            </a:custGeom>
            <a:solidFill>
              <a:schemeClr val="tx1"/>
            </a:solidFill>
            <a:ln>
              <a:noFill/>
            </a:ln>
          </p:spPr>
          <p:txBody>
            <a:bodyPr spcFirstLastPara="1" wrap="square" lIns="121900" tIns="121900" rIns="121900" bIns="121900" anchor="ctr" anchorCtr="0">
              <a:noAutofit/>
            </a:bodyPr>
            <a:lstStyle/>
            <a:p>
              <a:pPr defTabSz="1219190">
                <a:buClr>
                  <a:srgbClr val="000000"/>
                </a:buClr>
              </a:pPr>
              <a:endParaRPr sz="1868" kern="0" dirty="0">
                <a:solidFill>
                  <a:srgbClr val="FFFFFF"/>
                </a:solidFill>
                <a:latin typeface="Aptos" pitchFamily="2" charset="77"/>
                <a:cs typeface="Arial"/>
                <a:sym typeface="Arial"/>
              </a:endParaRPr>
            </a:p>
          </p:txBody>
        </p:sp>
      </p:grpSp>
      <p:pic>
        <p:nvPicPr>
          <p:cNvPr id="2" name="Picture 1">
            <a:extLst>
              <a:ext uri="{FF2B5EF4-FFF2-40B4-BE49-F238E27FC236}">
                <a16:creationId xmlns:a16="http://schemas.microsoft.com/office/drawing/2014/main" id="{15EB07CF-9330-CC1A-6D39-695EC36E3A31}"/>
              </a:ext>
            </a:extLst>
          </p:cNvPr>
          <p:cNvPicPr>
            <a:picLocks noChangeAspect="1"/>
          </p:cNvPicPr>
          <p:nvPr/>
        </p:nvPicPr>
        <p:blipFill>
          <a:blip r:embed="rId4"/>
          <a:stretch>
            <a:fillRect/>
          </a:stretch>
        </p:blipFill>
        <p:spPr>
          <a:xfrm>
            <a:off x="3567261" y="3203601"/>
            <a:ext cx="459040" cy="459040"/>
          </a:xfrm>
          <a:prstGeom prst="rect">
            <a:avLst/>
          </a:prstGeom>
        </p:spPr>
      </p:pic>
      <p:sp>
        <p:nvSpPr>
          <p:cNvPr id="3" name="Text Placeholder 23">
            <a:extLst>
              <a:ext uri="{FF2B5EF4-FFF2-40B4-BE49-F238E27FC236}">
                <a16:creationId xmlns:a16="http://schemas.microsoft.com/office/drawing/2014/main" id="{25E9B180-6E8C-F093-C78B-50C1C7136A08}"/>
              </a:ext>
            </a:extLst>
          </p:cNvPr>
          <p:cNvSpPr txBox="1">
            <a:spLocks/>
          </p:cNvSpPr>
          <p:nvPr/>
        </p:nvSpPr>
        <p:spPr>
          <a:xfrm>
            <a:off x="9844318" y="204905"/>
            <a:ext cx="2301494" cy="333021"/>
          </a:xfrm>
          <a:prstGeom prst="rect">
            <a:avLst/>
          </a:prstGeom>
          <a:noFill/>
          <a:ln w="19050" cap="flat" cmpd="sng">
            <a:noFill/>
            <a:prstDash val="solid"/>
            <a:round/>
            <a:headEnd type="none" w="sm" len="sm"/>
            <a:tailEnd type="none" w="sm" len="sm"/>
          </a:ln>
          <a:effectLst/>
        </p:spPr>
        <p:txBody>
          <a:bodyPr lIns="0" tIns="0" rIns="0" bIns="0" anchor="t" anchorCtr="0">
            <a:noAutofit/>
          </a:bodyPr>
          <a:lstStyle>
            <a:lvl1pPr marL="0" indent="0" algn="l" defTabSz="914049" rtl="0" eaLnBrk="1" latinLnBrk="0" hangingPunct="1">
              <a:lnSpc>
                <a:spcPct val="90000"/>
              </a:lnSpc>
              <a:spcBef>
                <a:spcPts val="1000"/>
              </a:spcBef>
              <a:buFont typeface="Arial" panose="020B0604020202020204" pitchFamily="34" charset="0"/>
              <a:buNone/>
              <a:defRPr sz="1400" b="0" i="0" kern="1200" cap="all" baseline="0">
                <a:solidFill>
                  <a:schemeClr val="bg2"/>
                </a:solidFill>
                <a:latin typeface="Consolas" pitchFamily="2" charset="77"/>
                <a:ea typeface="+mn-ea"/>
                <a:cs typeface="Consolas" pitchFamily="2" charset="77"/>
              </a:defRPr>
            </a:lvl1pPr>
            <a:lvl2pPr marL="457024"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04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073"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09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3635"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66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686"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71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TECHNICAL PREVIEW</a:t>
            </a:r>
          </a:p>
        </p:txBody>
      </p:sp>
    </p:spTree>
    <p:extLst>
      <p:ext uri="{BB962C8B-B14F-4D97-AF65-F5344CB8AC3E}">
        <p14:creationId xmlns:p14="http://schemas.microsoft.com/office/powerpoint/2010/main" val="2011644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FBA7743E-C1D1-B4C2-3EA0-20F9B50150F2}"/>
              </a:ext>
            </a:extLst>
          </p:cNvPr>
          <p:cNvSpPr txBox="1">
            <a:spLocks/>
          </p:cNvSpPr>
          <p:nvPr/>
        </p:nvSpPr>
        <p:spPr>
          <a:xfrm>
            <a:off x="240840" y="1093516"/>
            <a:ext cx="9873544" cy="613292"/>
          </a:xfrm>
          <a:prstGeom prst="rect">
            <a:avLst/>
          </a:prstGeom>
        </p:spPr>
        <p:txBody>
          <a:bodyPr/>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Aptos"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4000" b="1" dirty="0">
                <a:cs typeface="Aptos" pitchFamily="2" charset="77"/>
              </a:rPr>
              <a:t>De </a:t>
            </a:r>
            <a:r>
              <a:rPr lang="en-US" sz="4000" b="1" dirty="0" err="1">
                <a:cs typeface="Aptos" pitchFamily="2" charset="77"/>
              </a:rPr>
              <a:t>l'automatisation</a:t>
            </a:r>
            <a:r>
              <a:rPr lang="en-US" sz="4000" b="1" dirty="0">
                <a:cs typeface="Aptos" pitchFamily="2" charset="77"/>
              </a:rPr>
              <a:t> à </a:t>
            </a:r>
            <a:r>
              <a:rPr lang="en-US" sz="4000" b="1" dirty="0" err="1">
                <a:cs typeface="Aptos" pitchFamily="2" charset="77"/>
              </a:rPr>
              <a:t>l'intelligence</a:t>
            </a:r>
            <a:endParaRPr lang="en-US" sz="4000" b="1" dirty="0">
              <a:latin typeface="Aptos" pitchFamily="2" charset="77"/>
              <a:cs typeface="Aptos" pitchFamily="2" charset="77"/>
            </a:endParaRPr>
          </a:p>
        </p:txBody>
      </p:sp>
      <p:sp>
        <p:nvSpPr>
          <p:cNvPr id="4" name="Slide Number Placeholder 3">
            <a:extLst>
              <a:ext uri="{FF2B5EF4-FFF2-40B4-BE49-F238E27FC236}">
                <a16:creationId xmlns:a16="http://schemas.microsoft.com/office/drawing/2014/main" id="{55F0F3A9-E192-6719-0887-345BE12AB9DB}"/>
              </a:ext>
            </a:extLst>
          </p:cNvPr>
          <p:cNvSpPr>
            <a:spLocks noGrp="1"/>
          </p:cNvSpPr>
          <p:nvPr>
            <p:ph type="sldNum" sz="quarter" idx="37"/>
          </p:nvPr>
        </p:nvSpPr>
        <p:spPr>
          <a:xfrm>
            <a:off x="9409515" y="6565902"/>
            <a:ext cx="2741613" cy="237463"/>
          </a:xfrm>
          <a:prstGeom prst="rect">
            <a:avLst/>
          </a:prstGeom>
        </p:spPr>
        <p:txBody>
          <a:bodyPr vert="horz" lIns="91440" tIns="45720" rIns="91440" bIns="45720" rtlCol="0" anchor="ctr"/>
          <a:lstStyle>
            <a:defPPr>
              <a:defRPr lang="en-US"/>
            </a:defPPr>
            <a:lvl1pPr marL="0" algn="r" defTabSz="914080" rtl="0" eaLnBrk="1" latinLnBrk="0" hangingPunct="1">
              <a:defRPr sz="1200" kern="1200">
                <a:solidFill>
                  <a:schemeClr val="tx1">
                    <a:tint val="82000"/>
                  </a:schemeClr>
                </a:solidFill>
                <a:latin typeface="+mn-lt"/>
                <a:ea typeface="+mn-ea"/>
                <a:cs typeface="+mn-cs"/>
              </a:defRPr>
            </a:lvl1pPr>
            <a:lvl2pPr marL="457040" algn="l" defTabSz="914080" rtl="0" eaLnBrk="1" latinLnBrk="0" hangingPunct="1">
              <a:defRPr sz="1799" kern="1200">
                <a:solidFill>
                  <a:schemeClr val="tx1"/>
                </a:solidFill>
                <a:latin typeface="+mn-lt"/>
                <a:ea typeface="+mn-ea"/>
                <a:cs typeface="+mn-cs"/>
              </a:defRPr>
            </a:lvl2pPr>
            <a:lvl3pPr marL="914080" algn="l" defTabSz="914080" rtl="0" eaLnBrk="1" latinLnBrk="0" hangingPunct="1">
              <a:defRPr sz="1799" kern="1200">
                <a:solidFill>
                  <a:schemeClr val="tx1"/>
                </a:solidFill>
                <a:latin typeface="+mn-lt"/>
                <a:ea typeface="+mn-ea"/>
                <a:cs typeface="+mn-cs"/>
              </a:defRPr>
            </a:lvl3pPr>
            <a:lvl4pPr marL="1371120" algn="l" defTabSz="914080" rtl="0" eaLnBrk="1" latinLnBrk="0" hangingPunct="1">
              <a:defRPr sz="1799" kern="1200">
                <a:solidFill>
                  <a:schemeClr val="tx1"/>
                </a:solidFill>
                <a:latin typeface="+mn-lt"/>
                <a:ea typeface="+mn-ea"/>
                <a:cs typeface="+mn-cs"/>
              </a:defRPr>
            </a:lvl4pPr>
            <a:lvl5pPr marL="1828160" algn="l" defTabSz="914080" rtl="0" eaLnBrk="1" latinLnBrk="0" hangingPunct="1">
              <a:defRPr sz="1799" kern="1200">
                <a:solidFill>
                  <a:schemeClr val="tx1"/>
                </a:solidFill>
                <a:latin typeface="+mn-lt"/>
                <a:ea typeface="+mn-ea"/>
                <a:cs typeface="+mn-cs"/>
              </a:defRPr>
            </a:lvl5pPr>
            <a:lvl6pPr marL="2285200" algn="l" defTabSz="914080" rtl="0" eaLnBrk="1" latinLnBrk="0" hangingPunct="1">
              <a:defRPr sz="1799" kern="1200">
                <a:solidFill>
                  <a:schemeClr val="tx1"/>
                </a:solidFill>
                <a:latin typeface="+mn-lt"/>
                <a:ea typeface="+mn-ea"/>
                <a:cs typeface="+mn-cs"/>
              </a:defRPr>
            </a:lvl6pPr>
            <a:lvl7pPr marL="2742240" algn="l" defTabSz="914080" rtl="0" eaLnBrk="1" latinLnBrk="0" hangingPunct="1">
              <a:defRPr sz="1799" kern="1200">
                <a:solidFill>
                  <a:schemeClr val="tx1"/>
                </a:solidFill>
                <a:latin typeface="+mn-lt"/>
                <a:ea typeface="+mn-ea"/>
                <a:cs typeface="+mn-cs"/>
              </a:defRPr>
            </a:lvl7pPr>
            <a:lvl8pPr marL="3199280" algn="l" defTabSz="914080" rtl="0" eaLnBrk="1" latinLnBrk="0" hangingPunct="1">
              <a:defRPr sz="1799" kern="1200">
                <a:solidFill>
                  <a:schemeClr val="tx1"/>
                </a:solidFill>
                <a:latin typeface="+mn-lt"/>
                <a:ea typeface="+mn-ea"/>
                <a:cs typeface="+mn-cs"/>
              </a:defRPr>
            </a:lvl8pPr>
            <a:lvl9pPr marL="3656320" algn="l" defTabSz="914080" rtl="0" eaLnBrk="1" latinLnBrk="0" hangingPunct="1">
              <a:defRPr sz="1799" kern="1200">
                <a:solidFill>
                  <a:schemeClr val="tx1"/>
                </a:solidFill>
                <a:latin typeface="+mn-lt"/>
                <a:ea typeface="+mn-ea"/>
                <a:cs typeface="+mn-cs"/>
              </a:defRPr>
            </a:lvl9pPr>
          </a:lstStyle>
          <a:p>
            <a:fld id="{33B31415-8031-C145-812D-7EC4C965D339}" type="slidenum">
              <a:rPr lang="en-US" smtClean="0"/>
              <a:pPr/>
              <a:t>4</a:t>
            </a:fld>
            <a:endParaRPr lang="en-US"/>
          </a:p>
        </p:txBody>
      </p:sp>
      <p:grpSp>
        <p:nvGrpSpPr>
          <p:cNvPr id="82" name="Group 81">
            <a:extLst>
              <a:ext uri="{FF2B5EF4-FFF2-40B4-BE49-F238E27FC236}">
                <a16:creationId xmlns:a16="http://schemas.microsoft.com/office/drawing/2014/main" id="{03A1C06B-83FF-CBD3-1D7B-6B7BF72DBFFD}"/>
              </a:ext>
            </a:extLst>
          </p:cNvPr>
          <p:cNvGrpSpPr/>
          <p:nvPr/>
        </p:nvGrpSpPr>
        <p:grpSpPr>
          <a:xfrm>
            <a:off x="185492" y="1939046"/>
            <a:ext cx="6278895" cy="4400948"/>
            <a:chOff x="301149" y="1693440"/>
            <a:chExt cx="6278895" cy="4400948"/>
          </a:xfrm>
        </p:grpSpPr>
        <p:sp>
          <p:nvSpPr>
            <p:cNvPr id="45" name="TextBox 44">
              <a:extLst>
                <a:ext uri="{FF2B5EF4-FFF2-40B4-BE49-F238E27FC236}">
                  <a16:creationId xmlns:a16="http://schemas.microsoft.com/office/drawing/2014/main" id="{BD8F134A-BFBB-B7CC-F724-8EE8C89F27C4}"/>
                </a:ext>
              </a:extLst>
            </p:cNvPr>
            <p:cNvSpPr txBox="1"/>
            <p:nvPr/>
          </p:nvSpPr>
          <p:spPr>
            <a:xfrm>
              <a:off x="301149" y="1693440"/>
              <a:ext cx="6278895" cy="4400948"/>
            </a:xfrm>
            <a:prstGeom prst="rect">
              <a:avLst/>
            </a:prstGeom>
            <a:noFill/>
          </p:spPr>
          <p:txBody>
            <a:bodyPr wrap="square">
              <a:spAutoFit/>
            </a:bodyPr>
            <a:lstStyle/>
            <a:p>
              <a:r>
                <a:rPr lang="fr-FR" sz="2199" dirty="0">
                  <a:latin typeface="Aptos" pitchFamily="2" charset="77"/>
                  <a:cs typeface="Aptos" pitchFamily="2" charset="77"/>
                </a:rPr>
                <a:t>Intégrer l'intelligence dans des processus fiables :</a:t>
              </a:r>
            </a:p>
            <a:p>
              <a:endParaRPr lang="en-US" sz="2199" dirty="0">
                <a:latin typeface="Aptos" pitchFamily="2" charset="77"/>
                <a:cs typeface="Aptos" pitchFamily="2" charset="77"/>
              </a:endParaRPr>
            </a:p>
            <a:p>
              <a:pPr marL="342906" indent="-342906">
                <a:buClr>
                  <a:schemeClr val="tx1"/>
                </a:buClr>
                <a:buFont typeface="Arial" panose="020B0604020202020204" pitchFamily="34" charset="0"/>
                <a:buChar char="•"/>
              </a:pPr>
              <a:r>
                <a:rPr lang="en-US" sz="2000" dirty="0" err="1">
                  <a:latin typeface="Aptos" pitchFamily="2" charset="77"/>
                  <a:cs typeface="Aptos" pitchFamily="2" charset="77"/>
                </a:rPr>
                <a:t>L'automatisation</a:t>
              </a:r>
              <a:r>
                <a:rPr lang="en-US" sz="2000" dirty="0">
                  <a:latin typeface="Aptos" pitchFamily="2" charset="77"/>
                  <a:cs typeface="Aptos" pitchFamily="2" charset="77"/>
                </a:rPr>
                <a:t> est la base</a:t>
              </a:r>
              <a:br>
                <a:rPr lang="en-US" sz="1600" dirty="0">
                  <a:latin typeface="Aptos" pitchFamily="2" charset="77"/>
                  <a:cs typeface="Aptos" pitchFamily="2" charset="77"/>
                </a:rPr>
              </a:br>
              <a:r>
                <a:rPr lang="en-US" sz="1600" dirty="0">
                  <a:solidFill>
                    <a:schemeClr val="bg1">
                      <a:lumMod val="50000"/>
                      <a:lumOff val="50000"/>
                    </a:schemeClr>
                  </a:solidFill>
                  <a:latin typeface="Aptos" pitchFamily="2" charset="77"/>
                  <a:cs typeface="Aptos" pitchFamily="2" charset="77"/>
                </a:rPr>
                <a:t>2018: </a:t>
              </a:r>
              <a:r>
                <a:rPr lang="en-US" dirty="0">
                  <a:solidFill>
                    <a:schemeClr val="bg1">
                      <a:lumMod val="50000"/>
                      <a:lumOff val="50000"/>
                    </a:schemeClr>
                  </a:solidFill>
                  <a:latin typeface="Aptos" pitchFamily="2" charset="77"/>
                  <a:cs typeface="Aptos" pitchFamily="2" charset="77"/>
                </a:rPr>
                <a:t>Launch of GitHub Actions</a:t>
              </a:r>
              <a:br>
                <a:rPr lang="en-US" dirty="0">
                  <a:latin typeface="Aptos" pitchFamily="2" charset="77"/>
                  <a:cs typeface="Aptos" pitchFamily="2" charset="77"/>
                </a:rPr>
              </a:br>
              <a:endParaRPr lang="en-US" dirty="0">
                <a:latin typeface="Aptos" pitchFamily="2" charset="77"/>
                <a:cs typeface="Aptos" pitchFamily="2" charset="77"/>
              </a:endParaRPr>
            </a:p>
            <a:p>
              <a:pPr marL="342906" indent="-342906">
                <a:buClr>
                  <a:schemeClr val="tx1"/>
                </a:buClr>
                <a:buFont typeface="Arial" panose="020B0604020202020204" pitchFamily="34" charset="0"/>
                <a:buChar char="•"/>
              </a:pPr>
              <a:r>
                <a:rPr lang="fr-FR" sz="2000" dirty="0" err="1">
                  <a:latin typeface="Aptos" pitchFamily="2" charset="77"/>
                  <a:cs typeface="Aptos" pitchFamily="2" charset="77"/>
                </a:rPr>
                <a:t>Copilot</a:t>
              </a:r>
              <a:r>
                <a:rPr lang="fr-FR" sz="2000" dirty="0">
                  <a:latin typeface="Aptos" pitchFamily="2" charset="77"/>
                  <a:cs typeface="Aptos" pitchFamily="2" charset="77"/>
                </a:rPr>
                <a:t> vous aide dans l'éditeur</a:t>
              </a:r>
              <a:br>
                <a:rPr lang="en-US" sz="2000" dirty="0">
                  <a:latin typeface="Aptos" pitchFamily="2" charset="77"/>
                  <a:cs typeface="Aptos" pitchFamily="2" charset="77"/>
                </a:rPr>
              </a:br>
              <a:r>
                <a:rPr lang="en-US" sz="1600" dirty="0">
                  <a:solidFill>
                    <a:schemeClr val="bg1">
                      <a:lumMod val="50000"/>
                      <a:lumOff val="50000"/>
                    </a:schemeClr>
                  </a:solidFill>
                  <a:latin typeface="Aptos" pitchFamily="2" charset="77"/>
                  <a:cs typeface="Aptos" pitchFamily="2" charset="77"/>
                </a:rPr>
                <a:t>2021: Launch of GitHub Copilot</a:t>
              </a:r>
              <a:br>
                <a:rPr lang="en-US" sz="1600" dirty="0">
                  <a:solidFill>
                    <a:schemeClr val="bg1">
                      <a:lumMod val="50000"/>
                      <a:lumOff val="50000"/>
                    </a:schemeClr>
                  </a:solidFill>
                  <a:latin typeface="Aptos" pitchFamily="2" charset="77"/>
                  <a:cs typeface="Aptos" pitchFamily="2" charset="77"/>
                </a:rPr>
              </a:br>
              <a:endParaRPr lang="en-US" sz="1600" dirty="0">
                <a:latin typeface="Aptos" pitchFamily="2" charset="77"/>
                <a:cs typeface="Aptos" pitchFamily="2" charset="77"/>
              </a:endParaRPr>
            </a:p>
            <a:p>
              <a:pPr marL="342906" indent="-342906">
                <a:buClr>
                  <a:schemeClr val="tx1"/>
                </a:buClr>
                <a:buFont typeface="Arial" panose="020B0604020202020204" pitchFamily="34" charset="0"/>
                <a:buChar char="•"/>
              </a:pPr>
              <a:r>
                <a:rPr lang="en-US" sz="2000" dirty="0">
                  <a:latin typeface="Aptos" pitchFamily="2" charset="77"/>
                  <a:cs typeface="Aptos" pitchFamily="2" charset="77"/>
                </a:rPr>
                <a:t>Software Engineering (SWE) agents </a:t>
              </a:r>
              <a:r>
                <a:rPr lang="en-US" sz="2000" dirty="0" err="1">
                  <a:latin typeface="Aptos" pitchFamily="2" charset="77"/>
                  <a:cs typeface="Aptos" pitchFamily="2" charset="77"/>
                </a:rPr>
                <a:t>exécutent</a:t>
              </a:r>
              <a:r>
                <a:rPr lang="en-US" sz="2000" dirty="0">
                  <a:latin typeface="Aptos" pitchFamily="2" charset="77"/>
                  <a:cs typeface="Aptos" pitchFamily="2" charset="77"/>
                </a:rPr>
                <a:t> des </a:t>
              </a:r>
              <a:r>
                <a:rPr lang="en-US" sz="2000" dirty="0" err="1">
                  <a:latin typeface="Aptos" pitchFamily="2" charset="77"/>
                  <a:cs typeface="Aptos" pitchFamily="2" charset="77"/>
                </a:rPr>
                <a:t>tâches</a:t>
              </a:r>
              <a:br>
                <a:rPr lang="en-US" sz="2000" dirty="0">
                  <a:latin typeface="Aptos" pitchFamily="2" charset="77"/>
                  <a:cs typeface="Aptos" pitchFamily="2" charset="77"/>
                </a:rPr>
              </a:br>
              <a:r>
                <a:rPr lang="en-US" sz="1600" dirty="0">
                  <a:solidFill>
                    <a:schemeClr val="bg1">
                      <a:lumMod val="50000"/>
                      <a:lumOff val="50000"/>
                    </a:schemeClr>
                  </a:solidFill>
                  <a:latin typeface="Aptos" pitchFamily="2" charset="77"/>
                  <a:cs typeface="Aptos" pitchFamily="2" charset="77"/>
                </a:rPr>
                <a:t>2025: Launch of GitHub Copilot Coding Agent</a:t>
              </a:r>
              <a:br>
                <a:rPr lang="en-US" sz="1600" dirty="0">
                  <a:latin typeface="Aptos" pitchFamily="2" charset="77"/>
                  <a:cs typeface="Aptos" pitchFamily="2" charset="77"/>
                </a:rPr>
              </a:br>
              <a:endParaRPr lang="en-US" sz="1600" dirty="0">
                <a:latin typeface="Aptos" pitchFamily="2" charset="77"/>
                <a:cs typeface="Aptos" pitchFamily="2" charset="77"/>
              </a:endParaRPr>
            </a:p>
            <a:p>
              <a:pPr marL="342906" indent="-342906">
                <a:buClr>
                  <a:schemeClr val="tx1"/>
                </a:buClr>
                <a:buFont typeface="Arial" panose="020B0604020202020204" pitchFamily="34" charset="0"/>
                <a:buChar char="•"/>
              </a:pPr>
              <a:r>
                <a:rPr lang="fr-FR" sz="2000" dirty="0">
                  <a:latin typeface="Aptos" pitchFamily="2" charset="77"/>
                  <a:cs typeface="Aptos" pitchFamily="2" charset="77"/>
                </a:rPr>
                <a:t>Flux de travail autonomes dotés d'une intelligence intégrée</a:t>
              </a:r>
              <a:br>
                <a:rPr lang="en-US" sz="2199" dirty="0">
                  <a:latin typeface="Aptos" pitchFamily="2" charset="77"/>
                  <a:cs typeface="Aptos" pitchFamily="2" charset="77"/>
                </a:rPr>
              </a:br>
              <a:r>
                <a:rPr lang="en-US" sz="1600" dirty="0">
                  <a:solidFill>
                    <a:schemeClr val="bg1">
                      <a:lumMod val="50000"/>
                      <a:lumOff val="50000"/>
                    </a:schemeClr>
                  </a:solidFill>
                  <a:latin typeface="Aptos" pitchFamily="2" charset="77"/>
                  <a:cs typeface="Aptos" pitchFamily="2" charset="77"/>
                </a:rPr>
                <a:t>2026: Launch of GitHub Agentic Workflows</a:t>
              </a:r>
              <a:endParaRPr lang="en-US" sz="1600" dirty="0">
                <a:latin typeface="Aptos" pitchFamily="2" charset="77"/>
                <a:cs typeface="Aptos" pitchFamily="2" charset="77"/>
              </a:endParaRPr>
            </a:p>
          </p:txBody>
        </p:sp>
        <p:grpSp>
          <p:nvGrpSpPr>
            <p:cNvPr id="66" name="Google Shape;1295;p65">
              <a:extLst>
                <a:ext uri="{FF2B5EF4-FFF2-40B4-BE49-F238E27FC236}">
                  <a16:creationId xmlns:a16="http://schemas.microsoft.com/office/drawing/2014/main" id="{2BF511B2-A422-C90A-3409-462A2FA95109}"/>
                </a:ext>
                <a:ext uri="{C183D7F6-B498-43B3-948B-1728B52AA6E4}">
                  <adec:decorative xmlns:adec="http://schemas.microsoft.com/office/drawing/2017/decorative" val="1"/>
                </a:ext>
              </a:extLst>
            </p:cNvPr>
            <p:cNvGrpSpPr/>
            <p:nvPr/>
          </p:nvGrpSpPr>
          <p:grpSpPr>
            <a:xfrm>
              <a:off x="3960990" y="2770783"/>
              <a:ext cx="187968" cy="178878"/>
              <a:chOff x="3359392" y="4935218"/>
              <a:chExt cx="60951" cy="58004"/>
            </a:xfrm>
            <a:solidFill>
              <a:schemeClr val="bg1">
                <a:lumMod val="50000"/>
                <a:lumOff val="50000"/>
              </a:schemeClr>
            </a:solidFill>
          </p:grpSpPr>
          <p:sp>
            <p:nvSpPr>
              <p:cNvPr id="67" name="Google Shape;1296;p65">
                <a:extLst>
                  <a:ext uri="{FF2B5EF4-FFF2-40B4-BE49-F238E27FC236}">
                    <a16:creationId xmlns:a16="http://schemas.microsoft.com/office/drawing/2014/main" id="{C1B2B4A7-2AAD-B70C-4EBE-31F78046D8D0}"/>
                  </a:ext>
                </a:extLst>
              </p:cNvPr>
              <p:cNvSpPr/>
              <p:nvPr/>
            </p:nvSpPr>
            <p:spPr>
              <a:xfrm>
                <a:off x="3382993" y="4935218"/>
                <a:ext cx="37350" cy="38175"/>
              </a:xfrm>
              <a:custGeom>
                <a:avLst/>
                <a:gdLst/>
                <a:ahLst/>
                <a:cxnLst/>
                <a:rect l="l" t="t" r="r" b="b"/>
                <a:pathLst>
                  <a:path w="1494" h="1527" extrusionOk="0">
                    <a:moveTo>
                      <a:pt x="864" y="0"/>
                    </a:moveTo>
                    <a:cubicBezTo>
                      <a:pt x="717" y="0"/>
                      <a:pt x="570" y="55"/>
                      <a:pt x="456" y="164"/>
                    </a:cubicBezTo>
                    <a:lnTo>
                      <a:pt x="144" y="485"/>
                    </a:lnTo>
                    <a:cubicBezTo>
                      <a:pt x="110" y="519"/>
                      <a:pt x="110" y="569"/>
                      <a:pt x="144" y="595"/>
                    </a:cubicBezTo>
                    <a:cubicBezTo>
                      <a:pt x="157" y="611"/>
                      <a:pt x="176" y="620"/>
                      <a:pt x="196" y="620"/>
                    </a:cubicBezTo>
                    <a:cubicBezTo>
                      <a:pt x="216" y="620"/>
                      <a:pt x="237" y="611"/>
                      <a:pt x="254" y="595"/>
                    </a:cubicBezTo>
                    <a:lnTo>
                      <a:pt x="566" y="283"/>
                    </a:lnTo>
                    <a:cubicBezTo>
                      <a:pt x="646" y="202"/>
                      <a:pt x="753" y="162"/>
                      <a:pt x="861" y="162"/>
                    </a:cubicBezTo>
                    <a:cubicBezTo>
                      <a:pt x="968" y="162"/>
                      <a:pt x="1076" y="202"/>
                      <a:pt x="1156" y="283"/>
                    </a:cubicBezTo>
                    <a:cubicBezTo>
                      <a:pt x="1316" y="443"/>
                      <a:pt x="1316" y="704"/>
                      <a:pt x="1156" y="864"/>
                    </a:cubicBezTo>
                    <a:lnTo>
                      <a:pt x="777" y="1252"/>
                    </a:lnTo>
                    <a:cubicBezTo>
                      <a:pt x="692" y="1332"/>
                      <a:pt x="585" y="1373"/>
                      <a:pt x="478" y="1373"/>
                    </a:cubicBezTo>
                    <a:cubicBezTo>
                      <a:pt x="372" y="1373"/>
                      <a:pt x="266" y="1332"/>
                      <a:pt x="186" y="1252"/>
                    </a:cubicBezTo>
                    <a:cubicBezTo>
                      <a:pt x="178" y="1235"/>
                      <a:pt x="161" y="1227"/>
                      <a:pt x="152" y="1210"/>
                    </a:cubicBezTo>
                    <a:cubicBezTo>
                      <a:pt x="138" y="1191"/>
                      <a:pt x="116" y="1180"/>
                      <a:pt x="93" y="1180"/>
                    </a:cubicBezTo>
                    <a:cubicBezTo>
                      <a:pt x="76" y="1180"/>
                      <a:pt x="58" y="1187"/>
                      <a:pt x="43" y="1202"/>
                    </a:cubicBezTo>
                    <a:cubicBezTo>
                      <a:pt x="9" y="1227"/>
                      <a:pt x="1" y="1278"/>
                      <a:pt x="26" y="1311"/>
                    </a:cubicBezTo>
                    <a:cubicBezTo>
                      <a:pt x="43" y="1328"/>
                      <a:pt x="60" y="1345"/>
                      <a:pt x="77" y="1362"/>
                    </a:cubicBezTo>
                    <a:cubicBezTo>
                      <a:pt x="186" y="1472"/>
                      <a:pt x="332" y="1526"/>
                      <a:pt x="478" y="1526"/>
                    </a:cubicBezTo>
                    <a:cubicBezTo>
                      <a:pt x="625" y="1526"/>
                      <a:pt x="772" y="1472"/>
                      <a:pt x="886" y="1362"/>
                    </a:cubicBezTo>
                    <a:lnTo>
                      <a:pt x="1266" y="982"/>
                    </a:lnTo>
                    <a:cubicBezTo>
                      <a:pt x="1493" y="755"/>
                      <a:pt x="1493" y="392"/>
                      <a:pt x="1266" y="164"/>
                    </a:cubicBezTo>
                    <a:cubicBezTo>
                      <a:pt x="1156" y="55"/>
                      <a:pt x="1011" y="0"/>
                      <a:pt x="864"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68" name="Google Shape;1297;p65">
                <a:extLst>
                  <a:ext uri="{FF2B5EF4-FFF2-40B4-BE49-F238E27FC236}">
                    <a16:creationId xmlns:a16="http://schemas.microsoft.com/office/drawing/2014/main" id="{764A658F-F03B-A816-E570-D84622E7C447}"/>
                  </a:ext>
                </a:extLst>
              </p:cNvPr>
              <p:cNvSpPr/>
              <p:nvPr/>
            </p:nvSpPr>
            <p:spPr>
              <a:xfrm>
                <a:off x="3359392" y="4955022"/>
                <a:ext cx="37325" cy="38200"/>
              </a:xfrm>
              <a:custGeom>
                <a:avLst/>
                <a:gdLst/>
                <a:ahLst/>
                <a:cxnLst/>
                <a:rect l="l" t="t" r="r" b="b"/>
                <a:pathLst>
                  <a:path w="1493" h="1528" extrusionOk="0">
                    <a:moveTo>
                      <a:pt x="1015" y="1"/>
                    </a:moveTo>
                    <a:cubicBezTo>
                      <a:pt x="869" y="1"/>
                      <a:pt x="721" y="56"/>
                      <a:pt x="607" y="165"/>
                    </a:cubicBezTo>
                    <a:lnTo>
                      <a:pt x="228" y="553"/>
                    </a:lnTo>
                    <a:cubicBezTo>
                      <a:pt x="0" y="772"/>
                      <a:pt x="0" y="1135"/>
                      <a:pt x="228" y="1363"/>
                    </a:cubicBezTo>
                    <a:cubicBezTo>
                      <a:pt x="338" y="1472"/>
                      <a:pt x="483" y="1527"/>
                      <a:pt x="630" y="1527"/>
                    </a:cubicBezTo>
                    <a:cubicBezTo>
                      <a:pt x="776" y="1527"/>
                      <a:pt x="924" y="1472"/>
                      <a:pt x="1037" y="1363"/>
                    </a:cubicBezTo>
                    <a:lnTo>
                      <a:pt x="1358" y="1042"/>
                    </a:lnTo>
                    <a:cubicBezTo>
                      <a:pt x="1383" y="1008"/>
                      <a:pt x="1383" y="966"/>
                      <a:pt x="1358" y="933"/>
                    </a:cubicBezTo>
                    <a:cubicBezTo>
                      <a:pt x="1341" y="916"/>
                      <a:pt x="1320" y="907"/>
                      <a:pt x="1299" y="907"/>
                    </a:cubicBezTo>
                    <a:cubicBezTo>
                      <a:pt x="1278" y="907"/>
                      <a:pt x="1257" y="916"/>
                      <a:pt x="1240" y="933"/>
                    </a:cubicBezTo>
                    <a:lnTo>
                      <a:pt x="928" y="1245"/>
                    </a:lnTo>
                    <a:cubicBezTo>
                      <a:pt x="848" y="1329"/>
                      <a:pt x="740" y="1371"/>
                      <a:pt x="633" y="1371"/>
                    </a:cubicBezTo>
                    <a:cubicBezTo>
                      <a:pt x="525" y="1371"/>
                      <a:pt x="418" y="1329"/>
                      <a:pt x="338" y="1245"/>
                    </a:cubicBezTo>
                    <a:cubicBezTo>
                      <a:pt x="177" y="1084"/>
                      <a:pt x="177" y="823"/>
                      <a:pt x="338" y="663"/>
                    </a:cubicBezTo>
                    <a:lnTo>
                      <a:pt x="725" y="275"/>
                    </a:lnTo>
                    <a:cubicBezTo>
                      <a:pt x="806" y="195"/>
                      <a:pt x="911" y="155"/>
                      <a:pt x="1016" y="155"/>
                    </a:cubicBezTo>
                    <a:cubicBezTo>
                      <a:pt x="1122" y="155"/>
                      <a:pt x="1227" y="195"/>
                      <a:pt x="1307" y="275"/>
                    </a:cubicBezTo>
                    <a:cubicBezTo>
                      <a:pt x="1324" y="292"/>
                      <a:pt x="1333" y="300"/>
                      <a:pt x="1341" y="317"/>
                    </a:cubicBezTo>
                    <a:cubicBezTo>
                      <a:pt x="1355" y="336"/>
                      <a:pt x="1377" y="347"/>
                      <a:pt x="1400" y="347"/>
                    </a:cubicBezTo>
                    <a:cubicBezTo>
                      <a:pt x="1418" y="347"/>
                      <a:pt x="1436" y="340"/>
                      <a:pt x="1451" y="325"/>
                    </a:cubicBezTo>
                    <a:cubicBezTo>
                      <a:pt x="1484" y="300"/>
                      <a:pt x="1493" y="250"/>
                      <a:pt x="1468" y="216"/>
                    </a:cubicBezTo>
                    <a:cubicBezTo>
                      <a:pt x="1451" y="199"/>
                      <a:pt x="1434" y="182"/>
                      <a:pt x="1417" y="165"/>
                    </a:cubicBezTo>
                    <a:cubicBezTo>
                      <a:pt x="1307" y="56"/>
                      <a:pt x="1162" y="1"/>
                      <a:pt x="1015"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grpSp>
          <p:nvGrpSpPr>
            <p:cNvPr id="69" name="Google Shape;1295;p65">
              <a:extLst>
                <a:ext uri="{FF2B5EF4-FFF2-40B4-BE49-F238E27FC236}">
                  <a16:creationId xmlns:a16="http://schemas.microsoft.com/office/drawing/2014/main" id="{6B178946-B4D3-4B48-C3F6-0C1CD7B69E7F}"/>
                </a:ext>
                <a:ext uri="{C183D7F6-B498-43B3-948B-1728B52AA6E4}">
                  <adec:decorative xmlns:adec="http://schemas.microsoft.com/office/drawing/2017/decorative" val="1"/>
                </a:ext>
              </a:extLst>
            </p:cNvPr>
            <p:cNvGrpSpPr/>
            <p:nvPr/>
          </p:nvGrpSpPr>
          <p:grpSpPr>
            <a:xfrm>
              <a:off x="3623349" y="3590981"/>
              <a:ext cx="188054" cy="178865"/>
              <a:chOff x="3343753" y="4936850"/>
              <a:chExt cx="60980" cy="58000"/>
            </a:xfrm>
            <a:solidFill>
              <a:schemeClr val="bg1">
                <a:lumMod val="50000"/>
                <a:lumOff val="50000"/>
              </a:schemeClr>
            </a:solidFill>
          </p:grpSpPr>
          <p:sp>
            <p:nvSpPr>
              <p:cNvPr id="70" name="Google Shape;1296;p65">
                <a:extLst>
                  <a:ext uri="{FF2B5EF4-FFF2-40B4-BE49-F238E27FC236}">
                    <a16:creationId xmlns:a16="http://schemas.microsoft.com/office/drawing/2014/main" id="{2FB1D405-B9F4-8230-7F74-F51064A1339A}"/>
                  </a:ext>
                </a:extLst>
              </p:cNvPr>
              <p:cNvSpPr/>
              <p:nvPr/>
            </p:nvSpPr>
            <p:spPr>
              <a:xfrm>
                <a:off x="3367383" y="4936850"/>
                <a:ext cx="37350" cy="38175"/>
              </a:xfrm>
              <a:custGeom>
                <a:avLst/>
                <a:gdLst/>
                <a:ahLst/>
                <a:cxnLst/>
                <a:rect l="l" t="t" r="r" b="b"/>
                <a:pathLst>
                  <a:path w="1494" h="1527" extrusionOk="0">
                    <a:moveTo>
                      <a:pt x="864" y="0"/>
                    </a:moveTo>
                    <a:cubicBezTo>
                      <a:pt x="717" y="0"/>
                      <a:pt x="570" y="55"/>
                      <a:pt x="456" y="164"/>
                    </a:cubicBezTo>
                    <a:lnTo>
                      <a:pt x="144" y="485"/>
                    </a:lnTo>
                    <a:cubicBezTo>
                      <a:pt x="110" y="519"/>
                      <a:pt x="110" y="569"/>
                      <a:pt x="144" y="595"/>
                    </a:cubicBezTo>
                    <a:cubicBezTo>
                      <a:pt x="157" y="611"/>
                      <a:pt x="176" y="620"/>
                      <a:pt x="196" y="620"/>
                    </a:cubicBezTo>
                    <a:cubicBezTo>
                      <a:pt x="216" y="620"/>
                      <a:pt x="237" y="611"/>
                      <a:pt x="254" y="595"/>
                    </a:cubicBezTo>
                    <a:lnTo>
                      <a:pt x="566" y="283"/>
                    </a:lnTo>
                    <a:cubicBezTo>
                      <a:pt x="646" y="202"/>
                      <a:pt x="753" y="162"/>
                      <a:pt x="861" y="162"/>
                    </a:cubicBezTo>
                    <a:cubicBezTo>
                      <a:pt x="968" y="162"/>
                      <a:pt x="1076" y="202"/>
                      <a:pt x="1156" y="283"/>
                    </a:cubicBezTo>
                    <a:cubicBezTo>
                      <a:pt x="1316" y="443"/>
                      <a:pt x="1316" y="704"/>
                      <a:pt x="1156" y="864"/>
                    </a:cubicBezTo>
                    <a:lnTo>
                      <a:pt x="777" y="1252"/>
                    </a:lnTo>
                    <a:cubicBezTo>
                      <a:pt x="692" y="1332"/>
                      <a:pt x="585" y="1373"/>
                      <a:pt x="478" y="1373"/>
                    </a:cubicBezTo>
                    <a:cubicBezTo>
                      <a:pt x="372" y="1373"/>
                      <a:pt x="266" y="1332"/>
                      <a:pt x="186" y="1252"/>
                    </a:cubicBezTo>
                    <a:cubicBezTo>
                      <a:pt x="178" y="1235"/>
                      <a:pt x="161" y="1227"/>
                      <a:pt x="152" y="1210"/>
                    </a:cubicBezTo>
                    <a:cubicBezTo>
                      <a:pt x="138" y="1191"/>
                      <a:pt x="116" y="1180"/>
                      <a:pt x="93" y="1180"/>
                    </a:cubicBezTo>
                    <a:cubicBezTo>
                      <a:pt x="76" y="1180"/>
                      <a:pt x="58" y="1187"/>
                      <a:pt x="43" y="1202"/>
                    </a:cubicBezTo>
                    <a:cubicBezTo>
                      <a:pt x="9" y="1227"/>
                      <a:pt x="1" y="1278"/>
                      <a:pt x="26" y="1311"/>
                    </a:cubicBezTo>
                    <a:cubicBezTo>
                      <a:pt x="43" y="1328"/>
                      <a:pt x="60" y="1345"/>
                      <a:pt x="77" y="1362"/>
                    </a:cubicBezTo>
                    <a:cubicBezTo>
                      <a:pt x="186" y="1472"/>
                      <a:pt x="332" y="1526"/>
                      <a:pt x="478" y="1526"/>
                    </a:cubicBezTo>
                    <a:cubicBezTo>
                      <a:pt x="625" y="1526"/>
                      <a:pt x="772" y="1472"/>
                      <a:pt x="886" y="1362"/>
                    </a:cubicBezTo>
                    <a:lnTo>
                      <a:pt x="1266" y="982"/>
                    </a:lnTo>
                    <a:cubicBezTo>
                      <a:pt x="1493" y="755"/>
                      <a:pt x="1493" y="392"/>
                      <a:pt x="1266" y="164"/>
                    </a:cubicBezTo>
                    <a:cubicBezTo>
                      <a:pt x="1156" y="55"/>
                      <a:pt x="1011" y="0"/>
                      <a:pt x="864"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71" name="Google Shape;1297;p65">
                <a:extLst>
                  <a:ext uri="{FF2B5EF4-FFF2-40B4-BE49-F238E27FC236}">
                    <a16:creationId xmlns:a16="http://schemas.microsoft.com/office/drawing/2014/main" id="{3D1913A5-A300-2CBE-6EB4-AC2E0939DE68}"/>
                  </a:ext>
                </a:extLst>
              </p:cNvPr>
              <p:cNvSpPr/>
              <p:nvPr/>
            </p:nvSpPr>
            <p:spPr>
              <a:xfrm>
                <a:off x="3343753" y="4956650"/>
                <a:ext cx="37325" cy="38200"/>
              </a:xfrm>
              <a:custGeom>
                <a:avLst/>
                <a:gdLst/>
                <a:ahLst/>
                <a:cxnLst/>
                <a:rect l="l" t="t" r="r" b="b"/>
                <a:pathLst>
                  <a:path w="1493" h="1528" extrusionOk="0">
                    <a:moveTo>
                      <a:pt x="1015" y="1"/>
                    </a:moveTo>
                    <a:cubicBezTo>
                      <a:pt x="869" y="1"/>
                      <a:pt x="721" y="56"/>
                      <a:pt x="607" y="165"/>
                    </a:cubicBezTo>
                    <a:lnTo>
                      <a:pt x="228" y="553"/>
                    </a:lnTo>
                    <a:cubicBezTo>
                      <a:pt x="0" y="772"/>
                      <a:pt x="0" y="1135"/>
                      <a:pt x="228" y="1363"/>
                    </a:cubicBezTo>
                    <a:cubicBezTo>
                      <a:pt x="338" y="1472"/>
                      <a:pt x="483" y="1527"/>
                      <a:pt x="630" y="1527"/>
                    </a:cubicBezTo>
                    <a:cubicBezTo>
                      <a:pt x="776" y="1527"/>
                      <a:pt x="924" y="1472"/>
                      <a:pt x="1037" y="1363"/>
                    </a:cubicBezTo>
                    <a:lnTo>
                      <a:pt x="1358" y="1042"/>
                    </a:lnTo>
                    <a:cubicBezTo>
                      <a:pt x="1383" y="1008"/>
                      <a:pt x="1383" y="966"/>
                      <a:pt x="1358" y="933"/>
                    </a:cubicBezTo>
                    <a:cubicBezTo>
                      <a:pt x="1341" y="916"/>
                      <a:pt x="1320" y="907"/>
                      <a:pt x="1299" y="907"/>
                    </a:cubicBezTo>
                    <a:cubicBezTo>
                      <a:pt x="1278" y="907"/>
                      <a:pt x="1257" y="916"/>
                      <a:pt x="1240" y="933"/>
                    </a:cubicBezTo>
                    <a:lnTo>
                      <a:pt x="928" y="1245"/>
                    </a:lnTo>
                    <a:cubicBezTo>
                      <a:pt x="848" y="1329"/>
                      <a:pt x="740" y="1371"/>
                      <a:pt x="633" y="1371"/>
                    </a:cubicBezTo>
                    <a:cubicBezTo>
                      <a:pt x="525" y="1371"/>
                      <a:pt x="418" y="1329"/>
                      <a:pt x="338" y="1245"/>
                    </a:cubicBezTo>
                    <a:cubicBezTo>
                      <a:pt x="177" y="1084"/>
                      <a:pt x="177" y="823"/>
                      <a:pt x="338" y="663"/>
                    </a:cubicBezTo>
                    <a:lnTo>
                      <a:pt x="725" y="275"/>
                    </a:lnTo>
                    <a:cubicBezTo>
                      <a:pt x="806" y="195"/>
                      <a:pt x="911" y="155"/>
                      <a:pt x="1016" y="155"/>
                    </a:cubicBezTo>
                    <a:cubicBezTo>
                      <a:pt x="1122" y="155"/>
                      <a:pt x="1227" y="195"/>
                      <a:pt x="1307" y="275"/>
                    </a:cubicBezTo>
                    <a:cubicBezTo>
                      <a:pt x="1324" y="292"/>
                      <a:pt x="1333" y="300"/>
                      <a:pt x="1341" y="317"/>
                    </a:cubicBezTo>
                    <a:cubicBezTo>
                      <a:pt x="1355" y="336"/>
                      <a:pt x="1377" y="347"/>
                      <a:pt x="1400" y="347"/>
                    </a:cubicBezTo>
                    <a:cubicBezTo>
                      <a:pt x="1418" y="347"/>
                      <a:pt x="1436" y="340"/>
                      <a:pt x="1451" y="325"/>
                    </a:cubicBezTo>
                    <a:cubicBezTo>
                      <a:pt x="1484" y="300"/>
                      <a:pt x="1493" y="250"/>
                      <a:pt x="1468" y="216"/>
                    </a:cubicBezTo>
                    <a:cubicBezTo>
                      <a:pt x="1451" y="199"/>
                      <a:pt x="1434" y="182"/>
                      <a:pt x="1417" y="165"/>
                    </a:cubicBezTo>
                    <a:cubicBezTo>
                      <a:pt x="1307" y="56"/>
                      <a:pt x="1162" y="1"/>
                      <a:pt x="1015"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grpSp>
          <p:nvGrpSpPr>
            <p:cNvPr id="72" name="Google Shape;1295;p65">
              <a:extLst>
                <a:ext uri="{FF2B5EF4-FFF2-40B4-BE49-F238E27FC236}">
                  <a16:creationId xmlns:a16="http://schemas.microsoft.com/office/drawing/2014/main" id="{34C5AD7C-FA06-B093-4FC2-AF56C88646D7}"/>
                </a:ext>
                <a:ext uri="{C183D7F6-B498-43B3-948B-1728B52AA6E4}">
                  <adec:decorative xmlns:adec="http://schemas.microsoft.com/office/drawing/2017/decorative" val="1"/>
                </a:ext>
              </a:extLst>
            </p:cNvPr>
            <p:cNvGrpSpPr/>
            <p:nvPr/>
          </p:nvGrpSpPr>
          <p:grpSpPr>
            <a:xfrm>
              <a:off x="4744127" y="4775753"/>
              <a:ext cx="172737" cy="183961"/>
              <a:chOff x="3300343" y="5065368"/>
              <a:chExt cx="56012" cy="59652"/>
            </a:xfrm>
            <a:solidFill>
              <a:schemeClr val="bg1">
                <a:lumMod val="50000"/>
                <a:lumOff val="50000"/>
              </a:schemeClr>
            </a:solidFill>
          </p:grpSpPr>
          <p:sp>
            <p:nvSpPr>
              <p:cNvPr id="73" name="Google Shape;1296;p65">
                <a:extLst>
                  <a:ext uri="{FF2B5EF4-FFF2-40B4-BE49-F238E27FC236}">
                    <a16:creationId xmlns:a16="http://schemas.microsoft.com/office/drawing/2014/main" id="{AA49866A-5300-F23D-7E47-7C61743053BC}"/>
                  </a:ext>
                </a:extLst>
              </p:cNvPr>
              <p:cNvSpPr/>
              <p:nvPr/>
            </p:nvSpPr>
            <p:spPr>
              <a:xfrm>
                <a:off x="3319005" y="5065368"/>
                <a:ext cx="37350" cy="38175"/>
              </a:xfrm>
              <a:custGeom>
                <a:avLst/>
                <a:gdLst/>
                <a:ahLst/>
                <a:cxnLst/>
                <a:rect l="l" t="t" r="r" b="b"/>
                <a:pathLst>
                  <a:path w="1494" h="1527" extrusionOk="0">
                    <a:moveTo>
                      <a:pt x="864" y="0"/>
                    </a:moveTo>
                    <a:cubicBezTo>
                      <a:pt x="717" y="0"/>
                      <a:pt x="570" y="55"/>
                      <a:pt x="456" y="164"/>
                    </a:cubicBezTo>
                    <a:lnTo>
                      <a:pt x="144" y="485"/>
                    </a:lnTo>
                    <a:cubicBezTo>
                      <a:pt x="110" y="519"/>
                      <a:pt x="110" y="569"/>
                      <a:pt x="144" y="595"/>
                    </a:cubicBezTo>
                    <a:cubicBezTo>
                      <a:pt x="157" y="611"/>
                      <a:pt x="176" y="620"/>
                      <a:pt x="196" y="620"/>
                    </a:cubicBezTo>
                    <a:cubicBezTo>
                      <a:pt x="216" y="620"/>
                      <a:pt x="237" y="611"/>
                      <a:pt x="254" y="595"/>
                    </a:cubicBezTo>
                    <a:lnTo>
                      <a:pt x="566" y="283"/>
                    </a:lnTo>
                    <a:cubicBezTo>
                      <a:pt x="646" y="202"/>
                      <a:pt x="753" y="162"/>
                      <a:pt x="861" y="162"/>
                    </a:cubicBezTo>
                    <a:cubicBezTo>
                      <a:pt x="968" y="162"/>
                      <a:pt x="1076" y="202"/>
                      <a:pt x="1156" y="283"/>
                    </a:cubicBezTo>
                    <a:cubicBezTo>
                      <a:pt x="1316" y="443"/>
                      <a:pt x="1316" y="704"/>
                      <a:pt x="1156" y="864"/>
                    </a:cubicBezTo>
                    <a:lnTo>
                      <a:pt x="777" y="1252"/>
                    </a:lnTo>
                    <a:cubicBezTo>
                      <a:pt x="692" y="1332"/>
                      <a:pt x="585" y="1373"/>
                      <a:pt x="478" y="1373"/>
                    </a:cubicBezTo>
                    <a:cubicBezTo>
                      <a:pt x="372" y="1373"/>
                      <a:pt x="266" y="1332"/>
                      <a:pt x="186" y="1252"/>
                    </a:cubicBezTo>
                    <a:cubicBezTo>
                      <a:pt x="178" y="1235"/>
                      <a:pt x="161" y="1227"/>
                      <a:pt x="152" y="1210"/>
                    </a:cubicBezTo>
                    <a:cubicBezTo>
                      <a:pt x="138" y="1191"/>
                      <a:pt x="116" y="1180"/>
                      <a:pt x="93" y="1180"/>
                    </a:cubicBezTo>
                    <a:cubicBezTo>
                      <a:pt x="76" y="1180"/>
                      <a:pt x="58" y="1187"/>
                      <a:pt x="43" y="1202"/>
                    </a:cubicBezTo>
                    <a:cubicBezTo>
                      <a:pt x="9" y="1227"/>
                      <a:pt x="1" y="1278"/>
                      <a:pt x="26" y="1311"/>
                    </a:cubicBezTo>
                    <a:cubicBezTo>
                      <a:pt x="43" y="1328"/>
                      <a:pt x="60" y="1345"/>
                      <a:pt x="77" y="1362"/>
                    </a:cubicBezTo>
                    <a:cubicBezTo>
                      <a:pt x="186" y="1472"/>
                      <a:pt x="332" y="1526"/>
                      <a:pt x="478" y="1526"/>
                    </a:cubicBezTo>
                    <a:cubicBezTo>
                      <a:pt x="625" y="1526"/>
                      <a:pt x="772" y="1472"/>
                      <a:pt x="886" y="1362"/>
                    </a:cubicBezTo>
                    <a:lnTo>
                      <a:pt x="1266" y="982"/>
                    </a:lnTo>
                    <a:cubicBezTo>
                      <a:pt x="1493" y="755"/>
                      <a:pt x="1493" y="392"/>
                      <a:pt x="1266" y="164"/>
                    </a:cubicBezTo>
                    <a:cubicBezTo>
                      <a:pt x="1156" y="55"/>
                      <a:pt x="1011" y="0"/>
                      <a:pt x="864"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74" name="Google Shape;1297;p65">
                <a:extLst>
                  <a:ext uri="{FF2B5EF4-FFF2-40B4-BE49-F238E27FC236}">
                    <a16:creationId xmlns:a16="http://schemas.microsoft.com/office/drawing/2014/main" id="{F0144FAF-1D0A-F25A-DED2-3278BA40F7D5}"/>
                  </a:ext>
                </a:extLst>
              </p:cNvPr>
              <p:cNvSpPr/>
              <p:nvPr/>
            </p:nvSpPr>
            <p:spPr>
              <a:xfrm>
                <a:off x="3300343" y="5086820"/>
                <a:ext cx="37325" cy="38200"/>
              </a:xfrm>
              <a:custGeom>
                <a:avLst/>
                <a:gdLst/>
                <a:ahLst/>
                <a:cxnLst/>
                <a:rect l="l" t="t" r="r" b="b"/>
                <a:pathLst>
                  <a:path w="1493" h="1528" extrusionOk="0">
                    <a:moveTo>
                      <a:pt x="1015" y="1"/>
                    </a:moveTo>
                    <a:cubicBezTo>
                      <a:pt x="869" y="1"/>
                      <a:pt x="721" y="56"/>
                      <a:pt x="607" y="165"/>
                    </a:cubicBezTo>
                    <a:lnTo>
                      <a:pt x="228" y="553"/>
                    </a:lnTo>
                    <a:cubicBezTo>
                      <a:pt x="0" y="772"/>
                      <a:pt x="0" y="1135"/>
                      <a:pt x="228" y="1363"/>
                    </a:cubicBezTo>
                    <a:cubicBezTo>
                      <a:pt x="338" y="1472"/>
                      <a:pt x="483" y="1527"/>
                      <a:pt x="630" y="1527"/>
                    </a:cubicBezTo>
                    <a:cubicBezTo>
                      <a:pt x="776" y="1527"/>
                      <a:pt x="924" y="1472"/>
                      <a:pt x="1037" y="1363"/>
                    </a:cubicBezTo>
                    <a:lnTo>
                      <a:pt x="1358" y="1042"/>
                    </a:lnTo>
                    <a:cubicBezTo>
                      <a:pt x="1383" y="1008"/>
                      <a:pt x="1383" y="966"/>
                      <a:pt x="1358" y="933"/>
                    </a:cubicBezTo>
                    <a:cubicBezTo>
                      <a:pt x="1341" y="916"/>
                      <a:pt x="1320" y="907"/>
                      <a:pt x="1299" y="907"/>
                    </a:cubicBezTo>
                    <a:cubicBezTo>
                      <a:pt x="1278" y="907"/>
                      <a:pt x="1257" y="916"/>
                      <a:pt x="1240" y="933"/>
                    </a:cubicBezTo>
                    <a:lnTo>
                      <a:pt x="928" y="1245"/>
                    </a:lnTo>
                    <a:cubicBezTo>
                      <a:pt x="848" y="1329"/>
                      <a:pt x="740" y="1371"/>
                      <a:pt x="633" y="1371"/>
                    </a:cubicBezTo>
                    <a:cubicBezTo>
                      <a:pt x="525" y="1371"/>
                      <a:pt x="418" y="1329"/>
                      <a:pt x="338" y="1245"/>
                    </a:cubicBezTo>
                    <a:cubicBezTo>
                      <a:pt x="177" y="1084"/>
                      <a:pt x="177" y="823"/>
                      <a:pt x="338" y="663"/>
                    </a:cubicBezTo>
                    <a:lnTo>
                      <a:pt x="725" y="275"/>
                    </a:lnTo>
                    <a:cubicBezTo>
                      <a:pt x="806" y="195"/>
                      <a:pt x="911" y="155"/>
                      <a:pt x="1016" y="155"/>
                    </a:cubicBezTo>
                    <a:cubicBezTo>
                      <a:pt x="1122" y="155"/>
                      <a:pt x="1227" y="195"/>
                      <a:pt x="1307" y="275"/>
                    </a:cubicBezTo>
                    <a:cubicBezTo>
                      <a:pt x="1324" y="292"/>
                      <a:pt x="1333" y="300"/>
                      <a:pt x="1341" y="317"/>
                    </a:cubicBezTo>
                    <a:cubicBezTo>
                      <a:pt x="1355" y="336"/>
                      <a:pt x="1377" y="347"/>
                      <a:pt x="1400" y="347"/>
                    </a:cubicBezTo>
                    <a:cubicBezTo>
                      <a:pt x="1418" y="347"/>
                      <a:pt x="1436" y="340"/>
                      <a:pt x="1451" y="325"/>
                    </a:cubicBezTo>
                    <a:cubicBezTo>
                      <a:pt x="1484" y="300"/>
                      <a:pt x="1493" y="250"/>
                      <a:pt x="1468" y="216"/>
                    </a:cubicBezTo>
                    <a:cubicBezTo>
                      <a:pt x="1451" y="199"/>
                      <a:pt x="1434" y="182"/>
                      <a:pt x="1417" y="165"/>
                    </a:cubicBezTo>
                    <a:cubicBezTo>
                      <a:pt x="1307" y="56"/>
                      <a:pt x="1162" y="1"/>
                      <a:pt x="1015"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grpSp>
          <p:nvGrpSpPr>
            <p:cNvPr id="75" name="Google Shape;1295;p65">
              <a:extLst>
                <a:ext uri="{FF2B5EF4-FFF2-40B4-BE49-F238E27FC236}">
                  <a16:creationId xmlns:a16="http://schemas.microsoft.com/office/drawing/2014/main" id="{86D7C126-B943-786C-4C68-7CF94BB9E065}"/>
                </a:ext>
                <a:ext uri="{C183D7F6-B498-43B3-948B-1728B52AA6E4}">
                  <adec:decorative xmlns:adec="http://schemas.microsoft.com/office/drawing/2017/decorative" val="1"/>
                </a:ext>
              </a:extLst>
            </p:cNvPr>
            <p:cNvGrpSpPr/>
            <p:nvPr/>
          </p:nvGrpSpPr>
          <p:grpSpPr>
            <a:xfrm>
              <a:off x="4557218" y="5255348"/>
              <a:ext cx="286837" cy="421213"/>
              <a:chOff x="3324966" y="4959003"/>
              <a:chExt cx="93011" cy="136586"/>
            </a:xfrm>
            <a:solidFill>
              <a:schemeClr val="bg1">
                <a:lumMod val="50000"/>
                <a:lumOff val="50000"/>
              </a:schemeClr>
            </a:solidFill>
          </p:grpSpPr>
          <p:sp>
            <p:nvSpPr>
              <p:cNvPr id="76" name="Google Shape;1296;p65">
                <a:extLst>
                  <a:ext uri="{FF2B5EF4-FFF2-40B4-BE49-F238E27FC236}">
                    <a16:creationId xmlns:a16="http://schemas.microsoft.com/office/drawing/2014/main" id="{A5FFF0DE-EC45-A2F4-9D6A-4CA8883D3E62}"/>
                  </a:ext>
                </a:extLst>
              </p:cNvPr>
              <p:cNvSpPr/>
              <p:nvPr/>
            </p:nvSpPr>
            <p:spPr>
              <a:xfrm>
                <a:off x="3324966" y="5057414"/>
                <a:ext cx="37350" cy="38175"/>
              </a:xfrm>
              <a:custGeom>
                <a:avLst/>
                <a:gdLst/>
                <a:ahLst/>
                <a:cxnLst/>
                <a:rect l="l" t="t" r="r" b="b"/>
                <a:pathLst>
                  <a:path w="1494" h="1527" extrusionOk="0">
                    <a:moveTo>
                      <a:pt x="864" y="0"/>
                    </a:moveTo>
                    <a:cubicBezTo>
                      <a:pt x="717" y="0"/>
                      <a:pt x="570" y="55"/>
                      <a:pt x="456" y="164"/>
                    </a:cubicBezTo>
                    <a:lnTo>
                      <a:pt x="144" y="485"/>
                    </a:lnTo>
                    <a:cubicBezTo>
                      <a:pt x="110" y="519"/>
                      <a:pt x="110" y="569"/>
                      <a:pt x="144" y="595"/>
                    </a:cubicBezTo>
                    <a:cubicBezTo>
                      <a:pt x="157" y="611"/>
                      <a:pt x="176" y="620"/>
                      <a:pt x="196" y="620"/>
                    </a:cubicBezTo>
                    <a:cubicBezTo>
                      <a:pt x="216" y="620"/>
                      <a:pt x="237" y="611"/>
                      <a:pt x="254" y="595"/>
                    </a:cubicBezTo>
                    <a:lnTo>
                      <a:pt x="566" y="283"/>
                    </a:lnTo>
                    <a:cubicBezTo>
                      <a:pt x="646" y="202"/>
                      <a:pt x="753" y="162"/>
                      <a:pt x="861" y="162"/>
                    </a:cubicBezTo>
                    <a:cubicBezTo>
                      <a:pt x="968" y="162"/>
                      <a:pt x="1076" y="202"/>
                      <a:pt x="1156" y="283"/>
                    </a:cubicBezTo>
                    <a:cubicBezTo>
                      <a:pt x="1316" y="443"/>
                      <a:pt x="1316" y="704"/>
                      <a:pt x="1156" y="864"/>
                    </a:cubicBezTo>
                    <a:lnTo>
                      <a:pt x="777" y="1252"/>
                    </a:lnTo>
                    <a:cubicBezTo>
                      <a:pt x="692" y="1332"/>
                      <a:pt x="585" y="1373"/>
                      <a:pt x="478" y="1373"/>
                    </a:cubicBezTo>
                    <a:cubicBezTo>
                      <a:pt x="372" y="1373"/>
                      <a:pt x="266" y="1332"/>
                      <a:pt x="186" y="1252"/>
                    </a:cubicBezTo>
                    <a:cubicBezTo>
                      <a:pt x="178" y="1235"/>
                      <a:pt x="161" y="1227"/>
                      <a:pt x="152" y="1210"/>
                    </a:cubicBezTo>
                    <a:cubicBezTo>
                      <a:pt x="138" y="1191"/>
                      <a:pt x="116" y="1180"/>
                      <a:pt x="93" y="1180"/>
                    </a:cubicBezTo>
                    <a:cubicBezTo>
                      <a:pt x="76" y="1180"/>
                      <a:pt x="58" y="1187"/>
                      <a:pt x="43" y="1202"/>
                    </a:cubicBezTo>
                    <a:cubicBezTo>
                      <a:pt x="9" y="1227"/>
                      <a:pt x="1" y="1278"/>
                      <a:pt x="26" y="1311"/>
                    </a:cubicBezTo>
                    <a:cubicBezTo>
                      <a:pt x="43" y="1328"/>
                      <a:pt x="60" y="1345"/>
                      <a:pt x="77" y="1362"/>
                    </a:cubicBezTo>
                    <a:cubicBezTo>
                      <a:pt x="186" y="1472"/>
                      <a:pt x="332" y="1526"/>
                      <a:pt x="478" y="1526"/>
                    </a:cubicBezTo>
                    <a:cubicBezTo>
                      <a:pt x="625" y="1526"/>
                      <a:pt x="772" y="1472"/>
                      <a:pt x="886" y="1362"/>
                    </a:cubicBezTo>
                    <a:lnTo>
                      <a:pt x="1266" y="982"/>
                    </a:lnTo>
                    <a:cubicBezTo>
                      <a:pt x="1493" y="755"/>
                      <a:pt x="1493" y="392"/>
                      <a:pt x="1266" y="164"/>
                    </a:cubicBezTo>
                    <a:cubicBezTo>
                      <a:pt x="1156" y="55"/>
                      <a:pt x="1011" y="0"/>
                      <a:pt x="864"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dirty="0">
                  <a:solidFill>
                    <a:srgbClr val="FFFFFF"/>
                  </a:solidFill>
                  <a:latin typeface="Aptos" pitchFamily="2" charset="77"/>
                  <a:cs typeface="Arial"/>
                  <a:sym typeface="Arial"/>
                </a:endParaRPr>
              </a:p>
            </p:txBody>
          </p:sp>
          <p:sp>
            <p:nvSpPr>
              <p:cNvPr id="77" name="Google Shape;1297;p65">
                <a:extLst>
                  <a:ext uri="{FF2B5EF4-FFF2-40B4-BE49-F238E27FC236}">
                    <a16:creationId xmlns:a16="http://schemas.microsoft.com/office/drawing/2014/main" id="{42F56B11-5E27-90D2-3F7F-A78DC6573B90}"/>
                  </a:ext>
                </a:extLst>
              </p:cNvPr>
              <p:cNvSpPr/>
              <p:nvPr/>
            </p:nvSpPr>
            <p:spPr>
              <a:xfrm>
                <a:off x="3380652" y="4959003"/>
                <a:ext cx="37325" cy="38200"/>
              </a:xfrm>
              <a:custGeom>
                <a:avLst/>
                <a:gdLst/>
                <a:ahLst/>
                <a:cxnLst/>
                <a:rect l="l" t="t" r="r" b="b"/>
                <a:pathLst>
                  <a:path w="1493" h="1528" extrusionOk="0">
                    <a:moveTo>
                      <a:pt x="1015" y="1"/>
                    </a:moveTo>
                    <a:cubicBezTo>
                      <a:pt x="869" y="1"/>
                      <a:pt x="721" y="56"/>
                      <a:pt x="607" y="165"/>
                    </a:cubicBezTo>
                    <a:lnTo>
                      <a:pt x="228" y="553"/>
                    </a:lnTo>
                    <a:cubicBezTo>
                      <a:pt x="0" y="772"/>
                      <a:pt x="0" y="1135"/>
                      <a:pt x="228" y="1363"/>
                    </a:cubicBezTo>
                    <a:cubicBezTo>
                      <a:pt x="338" y="1472"/>
                      <a:pt x="483" y="1527"/>
                      <a:pt x="630" y="1527"/>
                    </a:cubicBezTo>
                    <a:cubicBezTo>
                      <a:pt x="776" y="1527"/>
                      <a:pt x="924" y="1472"/>
                      <a:pt x="1037" y="1363"/>
                    </a:cubicBezTo>
                    <a:lnTo>
                      <a:pt x="1358" y="1042"/>
                    </a:lnTo>
                    <a:cubicBezTo>
                      <a:pt x="1383" y="1008"/>
                      <a:pt x="1383" y="966"/>
                      <a:pt x="1358" y="933"/>
                    </a:cubicBezTo>
                    <a:cubicBezTo>
                      <a:pt x="1341" y="916"/>
                      <a:pt x="1320" y="907"/>
                      <a:pt x="1299" y="907"/>
                    </a:cubicBezTo>
                    <a:cubicBezTo>
                      <a:pt x="1278" y="907"/>
                      <a:pt x="1257" y="916"/>
                      <a:pt x="1240" y="933"/>
                    </a:cubicBezTo>
                    <a:lnTo>
                      <a:pt x="928" y="1245"/>
                    </a:lnTo>
                    <a:cubicBezTo>
                      <a:pt x="848" y="1329"/>
                      <a:pt x="740" y="1371"/>
                      <a:pt x="633" y="1371"/>
                    </a:cubicBezTo>
                    <a:cubicBezTo>
                      <a:pt x="525" y="1371"/>
                      <a:pt x="418" y="1329"/>
                      <a:pt x="338" y="1245"/>
                    </a:cubicBezTo>
                    <a:cubicBezTo>
                      <a:pt x="177" y="1084"/>
                      <a:pt x="177" y="823"/>
                      <a:pt x="338" y="663"/>
                    </a:cubicBezTo>
                    <a:lnTo>
                      <a:pt x="725" y="275"/>
                    </a:lnTo>
                    <a:cubicBezTo>
                      <a:pt x="806" y="195"/>
                      <a:pt x="911" y="155"/>
                      <a:pt x="1016" y="155"/>
                    </a:cubicBezTo>
                    <a:cubicBezTo>
                      <a:pt x="1122" y="155"/>
                      <a:pt x="1227" y="195"/>
                      <a:pt x="1307" y="275"/>
                    </a:cubicBezTo>
                    <a:cubicBezTo>
                      <a:pt x="1324" y="292"/>
                      <a:pt x="1333" y="300"/>
                      <a:pt x="1341" y="317"/>
                    </a:cubicBezTo>
                    <a:cubicBezTo>
                      <a:pt x="1355" y="336"/>
                      <a:pt x="1377" y="347"/>
                      <a:pt x="1400" y="347"/>
                    </a:cubicBezTo>
                    <a:cubicBezTo>
                      <a:pt x="1418" y="347"/>
                      <a:pt x="1436" y="340"/>
                      <a:pt x="1451" y="325"/>
                    </a:cubicBezTo>
                    <a:cubicBezTo>
                      <a:pt x="1484" y="300"/>
                      <a:pt x="1493" y="250"/>
                      <a:pt x="1468" y="216"/>
                    </a:cubicBezTo>
                    <a:cubicBezTo>
                      <a:pt x="1451" y="199"/>
                      <a:pt x="1434" y="182"/>
                      <a:pt x="1417" y="165"/>
                    </a:cubicBezTo>
                    <a:cubicBezTo>
                      <a:pt x="1307" y="56"/>
                      <a:pt x="1162" y="1"/>
                      <a:pt x="1015"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sp>
          <p:nvSpPr>
            <p:cNvPr id="78" name="Rectangle 77">
              <a:hlinkClick r:id="rId3"/>
              <a:extLst>
                <a:ext uri="{FF2B5EF4-FFF2-40B4-BE49-F238E27FC236}">
                  <a16:creationId xmlns:a16="http://schemas.microsoft.com/office/drawing/2014/main" id="{66A30BAC-3F67-C253-06F0-AF2DD56E934A}"/>
                </a:ext>
              </a:extLst>
            </p:cNvPr>
            <p:cNvSpPr/>
            <p:nvPr/>
          </p:nvSpPr>
          <p:spPr>
            <a:xfrm>
              <a:off x="672662" y="2775759"/>
              <a:ext cx="3248515" cy="178865"/>
            </a:xfrm>
            <a:prstGeom prst="rect">
              <a:avLst/>
            </a:prstGeom>
            <a:noFill/>
            <a:ln>
              <a:solidFill>
                <a:schemeClr val="accent1">
                  <a:shade val="1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p:txBody>
        </p:sp>
      </p:grpSp>
      <p:grpSp>
        <p:nvGrpSpPr>
          <p:cNvPr id="157" name="Group 156">
            <a:extLst>
              <a:ext uri="{FF2B5EF4-FFF2-40B4-BE49-F238E27FC236}">
                <a16:creationId xmlns:a16="http://schemas.microsoft.com/office/drawing/2014/main" id="{133A885A-19AA-8141-72E8-9F92EEE1E0E4}"/>
              </a:ext>
            </a:extLst>
          </p:cNvPr>
          <p:cNvGrpSpPr/>
          <p:nvPr/>
        </p:nvGrpSpPr>
        <p:grpSpPr>
          <a:xfrm>
            <a:off x="6469612" y="2086590"/>
            <a:ext cx="5538285" cy="3956696"/>
            <a:chOff x="6404721" y="2360579"/>
            <a:chExt cx="5663590" cy="4046218"/>
          </a:xfrm>
        </p:grpSpPr>
        <p:grpSp>
          <p:nvGrpSpPr>
            <p:cNvPr id="65" name="Group 64">
              <a:extLst>
                <a:ext uri="{FF2B5EF4-FFF2-40B4-BE49-F238E27FC236}">
                  <a16:creationId xmlns:a16="http://schemas.microsoft.com/office/drawing/2014/main" id="{A604AB74-686D-07B1-2F52-C3663C725503}"/>
                </a:ext>
              </a:extLst>
            </p:cNvPr>
            <p:cNvGrpSpPr/>
            <p:nvPr/>
          </p:nvGrpSpPr>
          <p:grpSpPr>
            <a:xfrm>
              <a:off x="6404721" y="2360579"/>
              <a:ext cx="5663590" cy="4046218"/>
              <a:chOff x="6250418" y="1770844"/>
              <a:chExt cx="5663590" cy="4046218"/>
            </a:xfrm>
          </p:grpSpPr>
          <p:grpSp>
            <p:nvGrpSpPr>
              <p:cNvPr id="44" name="Group 43">
                <a:extLst>
                  <a:ext uri="{FF2B5EF4-FFF2-40B4-BE49-F238E27FC236}">
                    <a16:creationId xmlns:a16="http://schemas.microsoft.com/office/drawing/2014/main" id="{6B4B9DB9-42E6-C85D-1B20-F14EF4F9E6C0}"/>
                  </a:ext>
                </a:extLst>
              </p:cNvPr>
              <p:cNvGrpSpPr/>
              <p:nvPr/>
            </p:nvGrpSpPr>
            <p:grpSpPr>
              <a:xfrm>
                <a:off x="6250418" y="1770844"/>
                <a:ext cx="5487183" cy="4046218"/>
                <a:chOff x="5498147" y="1486437"/>
                <a:chExt cx="6083987" cy="4486299"/>
              </a:xfrm>
            </p:grpSpPr>
            <p:sp>
              <p:nvSpPr>
                <p:cNvPr id="27" name="TextBox 26">
                  <a:extLst>
                    <a:ext uri="{FF2B5EF4-FFF2-40B4-BE49-F238E27FC236}">
                      <a16:creationId xmlns:a16="http://schemas.microsoft.com/office/drawing/2014/main" id="{288FEA89-DA2C-50D1-42A5-39E3E18EB27E}"/>
                    </a:ext>
                  </a:extLst>
                </p:cNvPr>
                <p:cNvSpPr txBox="1"/>
                <p:nvPr/>
              </p:nvSpPr>
              <p:spPr>
                <a:xfrm>
                  <a:off x="8379968" y="5553969"/>
                  <a:ext cx="783734" cy="418767"/>
                </a:xfrm>
                <a:prstGeom prst="rect">
                  <a:avLst/>
                </a:prstGeom>
                <a:noFill/>
              </p:spPr>
              <p:txBody>
                <a:bodyPr wrap="none" rtlCol="0">
                  <a:spAutoFit/>
                </a:bodyPr>
                <a:lstStyle/>
                <a:p>
                  <a:r>
                    <a:rPr lang="en-US">
                      <a:solidFill>
                        <a:schemeClr val="bg1">
                          <a:lumMod val="50000"/>
                          <a:lumOff val="50000"/>
                        </a:schemeClr>
                      </a:solidFill>
                      <a:latin typeface="Consolas" panose="020B0609020204030204" pitchFamily="49" charset="0"/>
                      <a:cs typeface="Consolas" panose="020B0609020204030204" pitchFamily="49" charset="0"/>
                    </a:rPr>
                    <a:t>TIME</a:t>
                  </a:r>
                </a:p>
              </p:txBody>
            </p:sp>
            <p:grpSp>
              <p:nvGrpSpPr>
                <p:cNvPr id="43" name="Group 42">
                  <a:extLst>
                    <a:ext uri="{FF2B5EF4-FFF2-40B4-BE49-F238E27FC236}">
                      <a16:creationId xmlns:a16="http://schemas.microsoft.com/office/drawing/2014/main" id="{2D7FC838-5941-8A39-4FE7-57E477E80C3E}"/>
                    </a:ext>
                  </a:extLst>
                </p:cNvPr>
                <p:cNvGrpSpPr/>
                <p:nvPr/>
              </p:nvGrpSpPr>
              <p:grpSpPr>
                <a:xfrm>
                  <a:off x="5498147" y="1486437"/>
                  <a:ext cx="6083987" cy="4038020"/>
                  <a:chOff x="5498147" y="1486437"/>
                  <a:chExt cx="6083987" cy="4038020"/>
                </a:xfrm>
              </p:grpSpPr>
              <p:grpSp>
                <p:nvGrpSpPr>
                  <p:cNvPr id="26" name="Group 25">
                    <a:extLst>
                      <a:ext uri="{FF2B5EF4-FFF2-40B4-BE49-F238E27FC236}">
                        <a16:creationId xmlns:a16="http://schemas.microsoft.com/office/drawing/2014/main" id="{A30F81C5-A2DE-C088-A584-0B11AA285B5A}"/>
                      </a:ext>
                    </a:extLst>
                  </p:cNvPr>
                  <p:cNvGrpSpPr/>
                  <p:nvPr/>
                </p:nvGrpSpPr>
                <p:grpSpPr>
                  <a:xfrm>
                    <a:off x="5898469" y="1486437"/>
                    <a:ext cx="5683665" cy="4038020"/>
                    <a:chOff x="5173369" y="1734631"/>
                    <a:chExt cx="5683665" cy="4038020"/>
                  </a:xfrm>
                </p:grpSpPr>
                <p:pic>
                  <p:nvPicPr>
                    <p:cNvPr id="10" name="Picture 9" descr="A graph with a green line&#10;&#10;AI-generated content may be incorrect.">
                      <a:extLst>
                        <a:ext uri="{FF2B5EF4-FFF2-40B4-BE49-F238E27FC236}">
                          <a16:creationId xmlns:a16="http://schemas.microsoft.com/office/drawing/2014/main" id="{69564A7F-2F22-1B58-0FCF-FEF36E942A44}"/>
                        </a:ext>
                      </a:extLst>
                    </p:cNvPr>
                    <p:cNvPicPr>
                      <a:picLocks noChangeAspect="1"/>
                    </p:cNvPicPr>
                    <p:nvPr/>
                  </p:nvPicPr>
                  <p:blipFill>
                    <a:blip r:embed="rId4"/>
                    <a:srcRect l="21814" r="10951" b="26436"/>
                    <a:stretch>
                      <a:fillRect/>
                    </a:stretch>
                  </p:blipFill>
                  <p:spPr>
                    <a:xfrm>
                      <a:off x="5334645" y="1901915"/>
                      <a:ext cx="5522389" cy="3661732"/>
                    </a:xfrm>
                    <a:prstGeom prst="rect">
                      <a:avLst/>
                    </a:prstGeom>
                  </p:spPr>
                </p:pic>
                <p:grpSp>
                  <p:nvGrpSpPr>
                    <p:cNvPr id="25" name="Group 24">
                      <a:extLst>
                        <a:ext uri="{FF2B5EF4-FFF2-40B4-BE49-F238E27FC236}">
                          <a16:creationId xmlns:a16="http://schemas.microsoft.com/office/drawing/2014/main" id="{8B97A9CC-E327-B1B0-51A2-4DD33960552D}"/>
                        </a:ext>
                      </a:extLst>
                    </p:cNvPr>
                    <p:cNvGrpSpPr/>
                    <p:nvPr/>
                  </p:nvGrpSpPr>
                  <p:grpSpPr>
                    <a:xfrm>
                      <a:off x="5173369" y="1734631"/>
                      <a:ext cx="5683664" cy="4038020"/>
                      <a:chOff x="5173369" y="1734631"/>
                      <a:chExt cx="5683664" cy="4038020"/>
                    </a:xfrm>
                  </p:grpSpPr>
                  <p:cxnSp>
                    <p:nvCxnSpPr>
                      <p:cNvPr id="12" name="Straight Arrow Connector 11">
                        <a:extLst>
                          <a:ext uri="{FF2B5EF4-FFF2-40B4-BE49-F238E27FC236}">
                            <a16:creationId xmlns:a16="http://schemas.microsoft.com/office/drawing/2014/main" id="{B2147ED0-2FAA-05A4-6B22-A3AAB32BE035}"/>
                          </a:ext>
                        </a:extLst>
                      </p:cNvPr>
                      <p:cNvCxnSpPr>
                        <a:cxnSpLocks/>
                      </p:cNvCxnSpPr>
                      <p:nvPr/>
                    </p:nvCxnSpPr>
                    <p:spPr>
                      <a:xfrm flipH="1" flipV="1">
                        <a:off x="5187179" y="1734631"/>
                        <a:ext cx="16839" cy="4038020"/>
                      </a:xfrm>
                      <a:prstGeom prst="straightConnector1">
                        <a:avLst/>
                      </a:prstGeom>
                      <a:ln w="38100">
                        <a:solidFill>
                          <a:schemeClr val="bg1">
                            <a:lumMod val="65000"/>
                            <a:lumOff val="35000"/>
                          </a:schemeClr>
                        </a:solidFill>
                        <a:headEnd w="med" len="sm"/>
                        <a:tailEnd type="arrow" w="sm" len="sm"/>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96A132A-F246-528A-9963-7F8B843E754F}"/>
                          </a:ext>
                        </a:extLst>
                      </p:cNvPr>
                      <p:cNvCxnSpPr>
                        <a:cxnSpLocks/>
                      </p:cNvCxnSpPr>
                      <p:nvPr/>
                    </p:nvCxnSpPr>
                    <p:spPr>
                      <a:xfrm>
                        <a:off x="5173369" y="5752219"/>
                        <a:ext cx="5683664" cy="0"/>
                      </a:xfrm>
                      <a:prstGeom prst="straightConnector1">
                        <a:avLst/>
                      </a:prstGeom>
                      <a:ln w="38100">
                        <a:solidFill>
                          <a:schemeClr val="bg1">
                            <a:lumMod val="65000"/>
                            <a:lumOff val="35000"/>
                          </a:schemeClr>
                        </a:solidFill>
                        <a:tailEnd type="arrow" w="sm" len="sm"/>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57F20903-9B24-B555-3868-94BCDFA93754}"/>
                          </a:ext>
                        </a:extLst>
                      </p:cNvPr>
                      <p:cNvGrpSpPr/>
                      <p:nvPr/>
                    </p:nvGrpSpPr>
                    <p:grpSpPr>
                      <a:xfrm>
                        <a:off x="7194618" y="3843774"/>
                        <a:ext cx="523698" cy="437142"/>
                        <a:chOff x="7602513" y="3346299"/>
                        <a:chExt cx="523698" cy="437142"/>
                      </a:xfrm>
                    </p:grpSpPr>
                    <p:sp>
                      <p:nvSpPr>
                        <p:cNvPr id="34" name="Google Shape;1694;p69">
                          <a:extLst>
                            <a:ext uri="{FF2B5EF4-FFF2-40B4-BE49-F238E27FC236}">
                              <a16:creationId xmlns:a16="http://schemas.microsoft.com/office/drawing/2014/main" id="{EFDA4172-8D85-9F04-8545-9527C3D37B93}"/>
                            </a:ext>
                          </a:extLst>
                        </p:cNvPr>
                        <p:cNvSpPr/>
                        <p:nvPr/>
                      </p:nvSpPr>
                      <p:spPr>
                        <a:xfrm>
                          <a:off x="7602513" y="3346299"/>
                          <a:ext cx="523698" cy="437142"/>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21900" tIns="121900" rIns="121900" bIns="121900" anchor="ctr" anchorCtr="0">
                          <a:noAutofit/>
                        </a:bodyPr>
                        <a:lstStyle/>
                        <a:p>
                          <a:endParaRPr sz="2399">
                            <a:latin typeface="Aptos" pitchFamily="2" charset="77"/>
                          </a:endParaRPr>
                        </a:p>
                      </p:txBody>
                    </p:sp>
                    <p:sp>
                      <p:nvSpPr>
                        <p:cNvPr id="35" name="Google Shape;1695;p69">
                          <a:extLst>
                            <a:ext uri="{FF2B5EF4-FFF2-40B4-BE49-F238E27FC236}">
                              <a16:creationId xmlns:a16="http://schemas.microsoft.com/office/drawing/2014/main" id="{46BF1F0D-71F0-0837-9A6E-8D0310C94D69}"/>
                            </a:ext>
                          </a:extLst>
                        </p:cNvPr>
                        <p:cNvSpPr/>
                        <p:nvPr/>
                      </p:nvSpPr>
                      <p:spPr>
                        <a:xfrm>
                          <a:off x="7793499" y="3607260"/>
                          <a:ext cx="38156" cy="8457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21900" tIns="121900" rIns="121900" bIns="121900" anchor="ctr" anchorCtr="0">
                          <a:noAutofit/>
                        </a:bodyPr>
                        <a:lstStyle/>
                        <a:p>
                          <a:endParaRPr sz="2399">
                            <a:latin typeface="Aptos" pitchFamily="2" charset="77"/>
                          </a:endParaRPr>
                        </a:p>
                      </p:txBody>
                    </p:sp>
                    <p:sp>
                      <p:nvSpPr>
                        <p:cNvPr id="36" name="Google Shape;1696;p69">
                          <a:extLst>
                            <a:ext uri="{FF2B5EF4-FFF2-40B4-BE49-F238E27FC236}">
                              <a16:creationId xmlns:a16="http://schemas.microsoft.com/office/drawing/2014/main" id="{24BCF419-FE5E-34E7-E673-E2DF7E1F7D8A}"/>
                            </a:ext>
                          </a:extLst>
                        </p:cNvPr>
                        <p:cNvSpPr/>
                        <p:nvPr/>
                      </p:nvSpPr>
                      <p:spPr>
                        <a:xfrm>
                          <a:off x="7897144" y="3607261"/>
                          <a:ext cx="38156" cy="8457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21900" tIns="121900" rIns="121900" bIns="121900" anchor="ctr" anchorCtr="0">
                          <a:noAutofit/>
                        </a:bodyPr>
                        <a:lstStyle/>
                        <a:p>
                          <a:endParaRPr sz="2399">
                            <a:latin typeface="Aptos" pitchFamily="2" charset="77"/>
                          </a:endParaRPr>
                        </a:p>
                      </p:txBody>
                    </p:sp>
                  </p:grpSp>
                  <p:pic>
                    <p:nvPicPr>
                      <p:cNvPr id="2" name="Picture 1">
                        <a:extLst>
                          <a:ext uri="{FF2B5EF4-FFF2-40B4-BE49-F238E27FC236}">
                            <a16:creationId xmlns:a16="http://schemas.microsoft.com/office/drawing/2014/main" id="{35E29297-6C30-CFEA-71A3-5DFE4F29BAAB}"/>
                          </a:ext>
                        </a:extLst>
                      </p:cNvPr>
                      <p:cNvPicPr>
                        <a:picLocks noChangeAspect="1"/>
                      </p:cNvPicPr>
                      <p:nvPr/>
                    </p:nvPicPr>
                    <p:blipFill>
                      <a:blip r:embed="rId5"/>
                      <a:stretch>
                        <a:fillRect/>
                      </a:stretch>
                    </p:blipFill>
                    <p:spPr>
                      <a:xfrm>
                        <a:off x="5640295" y="4004712"/>
                        <a:ext cx="693738" cy="690681"/>
                      </a:xfrm>
                      <a:prstGeom prst="rect">
                        <a:avLst/>
                      </a:prstGeom>
                    </p:spPr>
                  </p:pic>
                  <p:pic>
                    <p:nvPicPr>
                      <p:cNvPr id="17" name="Picture 16">
                        <a:extLst>
                          <a:ext uri="{FF2B5EF4-FFF2-40B4-BE49-F238E27FC236}">
                            <a16:creationId xmlns:a16="http://schemas.microsoft.com/office/drawing/2014/main" id="{6FED0FF2-D13F-5015-AB73-59775D6A0E8E}"/>
                          </a:ext>
                        </a:extLst>
                      </p:cNvPr>
                      <p:cNvPicPr>
                        <a:picLocks noChangeAspect="1"/>
                      </p:cNvPicPr>
                      <p:nvPr/>
                    </p:nvPicPr>
                    <p:blipFill>
                      <a:blip r:embed="rId6"/>
                      <a:stretch>
                        <a:fillRect/>
                      </a:stretch>
                    </p:blipFill>
                    <p:spPr>
                      <a:xfrm>
                        <a:off x="10089330" y="1782441"/>
                        <a:ext cx="481589" cy="481589"/>
                      </a:xfrm>
                      <a:prstGeom prst="rect">
                        <a:avLst/>
                      </a:prstGeom>
                    </p:spPr>
                  </p:pic>
                  <p:pic>
                    <p:nvPicPr>
                      <p:cNvPr id="24" name="Picture 23">
                        <a:extLst>
                          <a:ext uri="{FF2B5EF4-FFF2-40B4-BE49-F238E27FC236}">
                            <a16:creationId xmlns:a16="http://schemas.microsoft.com/office/drawing/2014/main" id="{7F05BE1D-6DDA-D894-3606-5CAA2F27148E}"/>
                          </a:ext>
                        </a:extLst>
                      </p:cNvPr>
                      <p:cNvPicPr>
                        <a:picLocks noChangeAspect="1"/>
                      </p:cNvPicPr>
                      <p:nvPr/>
                    </p:nvPicPr>
                    <p:blipFill>
                      <a:blip r:embed="rId7"/>
                      <a:stretch>
                        <a:fillRect/>
                      </a:stretch>
                    </p:blipFill>
                    <p:spPr>
                      <a:xfrm>
                        <a:off x="8805487" y="2843004"/>
                        <a:ext cx="475206" cy="475206"/>
                      </a:xfrm>
                      <a:prstGeom prst="rect">
                        <a:avLst/>
                      </a:prstGeom>
                    </p:spPr>
                  </p:pic>
                </p:grpSp>
              </p:grpSp>
              <p:sp>
                <p:nvSpPr>
                  <p:cNvPr id="28" name="TextBox 27">
                    <a:extLst>
                      <a:ext uri="{FF2B5EF4-FFF2-40B4-BE49-F238E27FC236}">
                        <a16:creationId xmlns:a16="http://schemas.microsoft.com/office/drawing/2014/main" id="{C388885F-D590-2B98-0C10-3CE7A2E5468A}"/>
                      </a:ext>
                    </a:extLst>
                  </p:cNvPr>
                  <p:cNvSpPr txBox="1"/>
                  <p:nvPr/>
                </p:nvSpPr>
                <p:spPr>
                  <a:xfrm rot="16200000">
                    <a:off x="4095169" y="3156238"/>
                    <a:ext cx="3224723" cy="418767"/>
                  </a:xfrm>
                  <a:prstGeom prst="rect">
                    <a:avLst/>
                  </a:prstGeom>
                  <a:noFill/>
                </p:spPr>
                <p:txBody>
                  <a:bodyPr wrap="none" rtlCol="0">
                    <a:spAutoFit/>
                  </a:bodyPr>
                  <a:lstStyle/>
                  <a:p>
                    <a:r>
                      <a:rPr lang="en-US">
                        <a:solidFill>
                          <a:schemeClr val="bg1">
                            <a:lumMod val="50000"/>
                            <a:lumOff val="50000"/>
                          </a:schemeClr>
                        </a:solidFill>
                        <a:latin typeface="Consolas" panose="020B0609020204030204" pitchFamily="49" charset="0"/>
                        <a:cs typeface="Consolas" panose="020B0609020204030204" pitchFamily="49" charset="0"/>
                      </a:rPr>
                      <a:t>EMBEDDED INTELLIGENCE</a:t>
                    </a:r>
                  </a:p>
                </p:txBody>
              </p:sp>
            </p:grpSp>
          </p:grpSp>
          <p:sp>
            <p:nvSpPr>
              <p:cNvPr id="30" name="Rounded Rectangle 29">
                <a:extLst>
                  <a:ext uri="{FF2B5EF4-FFF2-40B4-BE49-F238E27FC236}">
                    <a16:creationId xmlns:a16="http://schemas.microsoft.com/office/drawing/2014/main" id="{7D64EC39-FA08-EC1D-C17B-FB934FF40135}"/>
                  </a:ext>
                </a:extLst>
              </p:cNvPr>
              <p:cNvSpPr/>
              <p:nvPr/>
            </p:nvSpPr>
            <p:spPr>
              <a:xfrm>
                <a:off x="7996731" y="4152619"/>
                <a:ext cx="1321395" cy="333365"/>
              </a:xfrm>
              <a:prstGeom prst="roundRect">
                <a:avLst>
                  <a:gd name="adj" fmla="val 48667"/>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Consolas" panose="020B0609020204030204" pitchFamily="49" charset="0"/>
                    <a:cs typeface="Consolas" panose="020B0609020204030204" pitchFamily="49" charset="0"/>
                  </a:rPr>
                  <a:t>GitHub Copilot</a:t>
                </a:r>
              </a:p>
            </p:txBody>
          </p:sp>
          <p:sp>
            <p:nvSpPr>
              <p:cNvPr id="31" name="Rounded Rectangle 30">
                <a:extLst>
                  <a:ext uri="{FF2B5EF4-FFF2-40B4-BE49-F238E27FC236}">
                    <a16:creationId xmlns:a16="http://schemas.microsoft.com/office/drawing/2014/main" id="{AD8A342C-1C3B-87AD-C4A5-46DD17B99192}"/>
                  </a:ext>
                </a:extLst>
              </p:cNvPr>
              <p:cNvSpPr/>
              <p:nvPr/>
            </p:nvSpPr>
            <p:spPr>
              <a:xfrm>
                <a:off x="6794701" y="4626564"/>
                <a:ext cx="1321394" cy="321221"/>
              </a:xfrm>
              <a:prstGeom prst="roundRect">
                <a:avLst>
                  <a:gd name="adj" fmla="val 48667"/>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Consolas" panose="020B0609020204030204" pitchFamily="49" charset="0"/>
                    <a:cs typeface="Consolas" panose="020B0609020204030204" pitchFamily="49" charset="0"/>
                  </a:rPr>
                  <a:t>GitHub Actions</a:t>
                </a:r>
              </a:p>
            </p:txBody>
          </p:sp>
          <p:sp>
            <p:nvSpPr>
              <p:cNvPr id="38" name="Rounded Rectangle 37">
                <a:extLst>
                  <a:ext uri="{FF2B5EF4-FFF2-40B4-BE49-F238E27FC236}">
                    <a16:creationId xmlns:a16="http://schemas.microsoft.com/office/drawing/2014/main" id="{FDF19F23-D8E9-545E-FA2D-F25875024574}"/>
                  </a:ext>
                </a:extLst>
              </p:cNvPr>
              <p:cNvSpPr/>
              <p:nvPr/>
            </p:nvSpPr>
            <p:spPr>
              <a:xfrm>
                <a:off x="9456399" y="3271984"/>
                <a:ext cx="1330752" cy="428590"/>
              </a:xfrm>
              <a:prstGeom prst="roundRect">
                <a:avLst>
                  <a:gd name="adj" fmla="val 48667"/>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Consolas" panose="020B0609020204030204" pitchFamily="49" charset="0"/>
                    <a:cs typeface="Consolas" panose="020B0609020204030204" pitchFamily="49" charset="0"/>
                  </a:rPr>
                  <a:t>GitHub Copilot Coding Agent</a:t>
                </a:r>
              </a:p>
            </p:txBody>
          </p:sp>
          <p:sp>
            <p:nvSpPr>
              <p:cNvPr id="39" name="Rounded Rectangle 38">
                <a:extLst>
                  <a:ext uri="{FF2B5EF4-FFF2-40B4-BE49-F238E27FC236}">
                    <a16:creationId xmlns:a16="http://schemas.microsoft.com/office/drawing/2014/main" id="{2333344F-35B6-2E81-D353-024CC34D5E44}"/>
                  </a:ext>
                </a:extLst>
              </p:cNvPr>
              <p:cNvSpPr/>
              <p:nvPr/>
            </p:nvSpPr>
            <p:spPr>
              <a:xfrm>
                <a:off x="10351270" y="2296332"/>
                <a:ext cx="1562738" cy="475211"/>
              </a:xfrm>
              <a:prstGeom prst="roundRect">
                <a:avLst>
                  <a:gd name="adj" fmla="val 48667"/>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Consolas" panose="020B0609020204030204" pitchFamily="49" charset="0"/>
                    <a:cs typeface="Consolas" panose="020B0609020204030204" pitchFamily="49" charset="0"/>
                  </a:rPr>
                  <a:t>GitHub</a:t>
                </a:r>
                <a:br>
                  <a:rPr lang="en-US" sz="1000" dirty="0">
                    <a:latin typeface="Consolas" panose="020B0609020204030204" pitchFamily="49" charset="0"/>
                    <a:cs typeface="Consolas" panose="020B0609020204030204" pitchFamily="49" charset="0"/>
                  </a:rPr>
                </a:br>
                <a:r>
                  <a:rPr lang="en-US" sz="1000" dirty="0">
                    <a:latin typeface="Consolas" panose="020B0609020204030204" pitchFamily="49" charset="0"/>
                    <a:cs typeface="Consolas" panose="020B0609020204030204" pitchFamily="49" charset="0"/>
                  </a:rPr>
                  <a:t>Agentic Workflows</a:t>
                </a:r>
              </a:p>
            </p:txBody>
          </p:sp>
        </p:grpSp>
        <p:sp>
          <p:nvSpPr>
            <p:cNvPr id="83" name="TextBox 82">
              <a:extLst>
                <a:ext uri="{FF2B5EF4-FFF2-40B4-BE49-F238E27FC236}">
                  <a16:creationId xmlns:a16="http://schemas.microsoft.com/office/drawing/2014/main" id="{389C1D83-029C-81FF-62E7-43B35A2323CB}"/>
                </a:ext>
              </a:extLst>
            </p:cNvPr>
            <p:cNvSpPr txBox="1"/>
            <p:nvPr/>
          </p:nvSpPr>
          <p:spPr>
            <a:xfrm>
              <a:off x="6709317" y="6046239"/>
              <a:ext cx="595384" cy="314741"/>
            </a:xfrm>
            <a:prstGeom prst="rect">
              <a:avLst/>
            </a:prstGeom>
            <a:noFill/>
          </p:spPr>
          <p:txBody>
            <a:bodyPr wrap="none" rtlCol="0">
              <a:spAutoFit/>
            </a:bodyPr>
            <a:lstStyle/>
            <a:p>
              <a:r>
                <a:rPr lang="en-US" sz="1400">
                  <a:solidFill>
                    <a:schemeClr val="bg1">
                      <a:lumMod val="50000"/>
                      <a:lumOff val="50000"/>
                    </a:schemeClr>
                  </a:solidFill>
                  <a:latin typeface="Consolas" panose="020B0609020204030204" pitchFamily="49" charset="0"/>
                  <a:cs typeface="Consolas" panose="020B0609020204030204" pitchFamily="49" charset="0"/>
                </a:rPr>
                <a:t>2018</a:t>
              </a:r>
            </a:p>
          </p:txBody>
        </p:sp>
        <p:sp>
          <p:nvSpPr>
            <p:cNvPr id="84" name="TextBox 83">
              <a:extLst>
                <a:ext uri="{FF2B5EF4-FFF2-40B4-BE49-F238E27FC236}">
                  <a16:creationId xmlns:a16="http://schemas.microsoft.com/office/drawing/2014/main" id="{E706B818-585C-D1D1-D794-FA9F9E50BFDC}"/>
                </a:ext>
              </a:extLst>
            </p:cNvPr>
            <p:cNvSpPr txBox="1"/>
            <p:nvPr/>
          </p:nvSpPr>
          <p:spPr>
            <a:xfrm>
              <a:off x="11132724" y="6049444"/>
              <a:ext cx="595384" cy="314741"/>
            </a:xfrm>
            <a:prstGeom prst="rect">
              <a:avLst/>
            </a:prstGeom>
            <a:noFill/>
          </p:spPr>
          <p:txBody>
            <a:bodyPr wrap="none" rtlCol="0">
              <a:spAutoFit/>
            </a:bodyPr>
            <a:lstStyle/>
            <a:p>
              <a:r>
                <a:rPr lang="en-US" sz="1400">
                  <a:solidFill>
                    <a:schemeClr val="bg1">
                      <a:lumMod val="50000"/>
                      <a:lumOff val="50000"/>
                    </a:schemeClr>
                  </a:solidFill>
                  <a:latin typeface="Consolas" panose="020B0609020204030204" pitchFamily="49" charset="0"/>
                  <a:cs typeface="Consolas" panose="020B0609020204030204" pitchFamily="49" charset="0"/>
                </a:rPr>
                <a:t>2026</a:t>
              </a:r>
            </a:p>
          </p:txBody>
        </p:sp>
      </p:grpSp>
      <p:sp>
        <p:nvSpPr>
          <p:cNvPr id="86" name="Rectangle 85">
            <a:hlinkClick r:id="rId3"/>
            <a:extLst>
              <a:ext uri="{FF2B5EF4-FFF2-40B4-BE49-F238E27FC236}">
                <a16:creationId xmlns:a16="http://schemas.microsoft.com/office/drawing/2014/main" id="{A3F7C04F-7AF6-9218-AA1D-D0DC2D14FA57}"/>
              </a:ext>
            </a:extLst>
          </p:cNvPr>
          <p:cNvSpPr/>
          <p:nvPr/>
        </p:nvSpPr>
        <p:spPr>
          <a:xfrm>
            <a:off x="722306" y="3050574"/>
            <a:ext cx="3387296" cy="178865"/>
          </a:xfrm>
          <a:prstGeom prst="rect">
            <a:avLst/>
          </a:prstGeom>
          <a:noFill/>
          <a:ln>
            <a:solidFill>
              <a:schemeClr val="accent1">
                <a:shade val="1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a:p>
            <a:pPr algn="ctr"/>
            <a:endParaRPr lang="en-US"/>
          </a:p>
        </p:txBody>
      </p:sp>
      <p:sp>
        <p:nvSpPr>
          <p:cNvPr id="87" name="Rectangle 86">
            <a:hlinkClick r:id="rId8"/>
            <a:extLst>
              <a:ext uri="{FF2B5EF4-FFF2-40B4-BE49-F238E27FC236}">
                <a16:creationId xmlns:a16="http://schemas.microsoft.com/office/drawing/2014/main" id="{A03FA7B1-528A-3551-25DE-DD1BEA2D0F31}"/>
              </a:ext>
            </a:extLst>
          </p:cNvPr>
          <p:cNvSpPr/>
          <p:nvPr/>
        </p:nvSpPr>
        <p:spPr>
          <a:xfrm>
            <a:off x="633309" y="3868705"/>
            <a:ext cx="3138739" cy="219985"/>
          </a:xfrm>
          <a:prstGeom prst="rect">
            <a:avLst/>
          </a:prstGeom>
          <a:noFill/>
          <a:ln>
            <a:solidFill>
              <a:schemeClr val="accent1">
                <a:shade val="1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hlinkClick r:id="rId9"/>
            <a:extLst>
              <a:ext uri="{FF2B5EF4-FFF2-40B4-BE49-F238E27FC236}">
                <a16:creationId xmlns:a16="http://schemas.microsoft.com/office/drawing/2014/main" id="{FC23D849-6EFD-98BC-4497-5573778B4107}"/>
              </a:ext>
            </a:extLst>
          </p:cNvPr>
          <p:cNvSpPr/>
          <p:nvPr/>
        </p:nvSpPr>
        <p:spPr>
          <a:xfrm>
            <a:off x="490501" y="5025652"/>
            <a:ext cx="4461846" cy="152402"/>
          </a:xfrm>
          <a:prstGeom prst="rect">
            <a:avLst/>
          </a:prstGeom>
          <a:noFill/>
          <a:ln>
            <a:solidFill>
              <a:schemeClr val="accent1">
                <a:shade val="1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hlinkClick r:id="rId10"/>
            <a:extLst>
              <a:ext uri="{FF2B5EF4-FFF2-40B4-BE49-F238E27FC236}">
                <a16:creationId xmlns:a16="http://schemas.microsoft.com/office/drawing/2014/main" id="{8438D1BA-A53B-F5E1-375C-E3377F3E24C0}"/>
              </a:ext>
            </a:extLst>
          </p:cNvPr>
          <p:cNvSpPr/>
          <p:nvPr/>
        </p:nvSpPr>
        <p:spPr>
          <a:xfrm>
            <a:off x="583438" y="6068321"/>
            <a:ext cx="4205949" cy="152402"/>
          </a:xfrm>
          <a:prstGeom prst="rect">
            <a:avLst/>
          </a:prstGeom>
          <a:noFill/>
          <a:ln>
            <a:solidFill>
              <a:schemeClr val="accent1">
                <a:shade val="1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Google Shape;1420;p105">
            <a:extLst>
              <a:ext uri="{FF2B5EF4-FFF2-40B4-BE49-F238E27FC236}">
                <a16:creationId xmlns:a16="http://schemas.microsoft.com/office/drawing/2014/main" id="{66E06897-0C93-483A-183A-0B7D20A768B0}"/>
              </a:ext>
            </a:extLst>
          </p:cNvPr>
          <p:cNvSpPr/>
          <p:nvPr/>
        </p:nvSpPr>
        <p:spPr>
          <a:xfrm>
            <a:off x="795229" y="417426"/>
            <a:ext cx="2535128" cy="50709"/>
          </a:xfrm>
          <a:prstGeom prst="rect">
            <a:avLst/>
          </a:prstGeom>
          <a:solidFill>
            <a:schemeClr val="bg1">
              <a:lumMod val="65000"/>
              <a:lumOff val="35000"/>
            </a:schemeClr>
          </a:solidFill>
          <a:ln>
            <a:noFill/>
          </a:ln>
        </p:spPr>
        <p:txBody>
          <a:bodyPr spcFirstLastPara="1" wrap="square" lIns="91426" tIns="91426" rIns="91426" bIns="91426" anchor="ctr" anchorCtr="0">
            <a:noAutofit/>
          </a:bodyPr>
          <a:lstStyle/>
          <a:p>
            <a:pPr algn="ctr"/>
            <a:endParaRPr/>
          </a:p>
        </p:txBody>
      </p:sp>
      <p:sp>
        <p:nvSpPr>
          <p:cNvPr id="137" name="Rounded Rectangle 136">
            <a:extLst>
              <a:ext uri="{FF2B5EF4-FFF2-40B4-BE49-F238E27FC236}">
                <a16:creationId xmlns:a16="http://schemas.microsoft.com/office/drawing/2014/main" id="{471AB1E7-6795-EB28-4642-2D4D923FE850}"/>
              </a:ext>
            </a:extLst>
          </p:cNvPr>
          <p:cNvSpPr/>
          <p:nvPr/>
        </p:nvSpPr>
        <p:spPr>
          <a:xfrm>
            <a:off x="3306489"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ounded Rectangle 137">
            <a:extLst>
              <a:ext uri="{FF2B5EF4-FFF2-40B4-BE49-F238E27FC236}">
                <a16:creationId xmlns:a16="http://schemas.microsoft.com/office/drawing/2014/main" id="{5F257E95-3122-1D11-0078-FFA3FE49300B}"/>
              </a:ext>
            </a:extLst>
          </p:cNvPr>
          <p:cNvSpPr/>
          <p:nvPr/>
        </p:nvSpPr>
        <p:spPr>
          <a:xfrm>
            <a:off x="2347685"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ounded Rectangle 138">
            <a:extLst>
              <a:ext uri="{FF2B5EF4-FFF2-40B4-BE49-F238E27FC236}">
                <a16:creationId xmlns:a16="http://schemas.microsoft.com/office/drawing/2014/main" id="{1BA599F5-FC82-0CA3-BA80-F7CB0A0B236F}"/>
              </a:ext>
            </a:extLst>
          </p:cNvPr>
          <p:cNvSpPr/>
          <p:nvPr/>
        </p:nvSpPr>
        <p:spPr>
          <a:xfrm>
            <a:off x="1406970"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ounded Rectangle 139">
            <a:extLst>
              <a:ext uri="{FF2B5EF4-FFF2-40B4-BE49-F238E27FC236}">
                <a16:creationId xmlns:a16="http://schemas.microsoft.com/office/drawing/2014/main" id="{60FD8337-5FE9-B5DC-572A-EE2817EF7049}"/>
              </a:ext>
            </a:extLst>
          </p:cNvPr>
          <p:cNvSpPr/>
          <p:nvPr/>
        </p:nvSpPr>
        <p:spPr>
          <a:xfrm>
            <a:off x="312311" y="138050"/>
            <a:ext cx="554006" cy="554016"/>
          </a:xfrm>
          <a:prstGeom prst="roundRect">
            <a:avLst/>
          </a:prstGeom>
          <a:solidFill>
            <a:srgbClr val="C693FF"/>
          </a:solidFill>
          <a:ln w="38100">
            <a:solidFill>
              <a:srgbClr val="C69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4" name="Google Shape;1093;p63">
            <a:extLst>
              <a:ext uri="{FF2B5EF4-FFF2-40B4-BE49-F238E27FC236}">
                <a16:creationId xmlns:a16="http://schemas.microsoft.com/office/drawing/2014/main" id="{53764D5C-FC18-73FF-49DD-BCC608F30790}"/>
              </a:ext>
              <a:ext uri="{C183D7F6-B498-43B3-948B-1728B52AA6E4}">
                <adec:decorative xmlns:adec="http://schemas.microsoft.com/office/drawing/2017/decorative" val="1"/>
              </a:ext>
            </a:extLst>
          </p:cNvPr>
          <p:cNvGrpSpPr/>
          <p:nvPr/>
        </p:nvGrpSpPr>
        <p:grpSpPr>
          <a:xfrm>
            <a:off x="418370" y="239505"/>
            <a:ext cx="376861" cy="355838"/>
            <a:chOff x="4372769" y="2910304"/>
            <a:chExt cx="56755" cy="52725"/>
          </a:xfrm>
          <a:solidFill>
            <a:schemeClr val="tx1"/>
          </a:solidFill>
        </p:grpSpPr>
        <p:sp>
          <p:nvSpPr>
            <p:cNvPr id="149" name="Google Shape;1094;p63">
              <a:extLst>
                <a:ext uri="{FF2B5EF4-FFF2-40B4-BE49-F238E27FC236}">
                  <a16:creationId xmlns:a16="http://schemas.microsoft.com/office/drawing/2014/main" id="{EE79D53F-EBEC-55D0-2F08-CD0022B1F1A6}"/>
                </a:ext>
              </a:extLst>
            </p:cNvPr>
            <p:cNvSpPr/>
            <p:nvPr/>
          </p:nvSpPr>
          <p:spPr>
            <a:xfrm>
              <a:off x="4372769" y="2910304"/>
              <a:ext cx="51900" cy="52725"/>
            </a:xfrm>
            <a:custGeom>
              <a:avLst/>
              <a:gdLst/>
              <a:ahLst/>
              <a:cxnLst/>
              <a:rect l="l" t="t" r="r" b="b"/>
              <a:pathLst>
                <a:path w="2076" h="2109" extrusionOk="0">
                  <a:moveTo>
                    <a:pt x="77" y="0"/>
                  </a:moveTo>
                  <a:cubicBezTo>
                    <a:pt x="34" y="0"/>
                    <a:pt x="1" y="34"/>
                    <a:pt x="1" y="76"/>
                  </a:cubicBezTo>
                  <a:lnTo>
                    <a:pt x="1" y="2033"/>
                  </a:lnTo>
                  <a:cubicBezTo>
                    <a:pt x="1" y="2075"/>
                    <a:pt x="34" y="2109"/>
                    <a:pt x="77" y="2109"/>
                  </a:cubicBezTo>
                  <a:lnTo>
                    <a:pt x="1999" y="2109"/>
                  </a:lnTo>
                  <a:cubicBezTo>
                    <a:pt x="2041" y="2109"/>
                    <a:pt x="2075" y="2075"/>
                    <a:pt x="2075" y="2033"/>
                  </a:cubicBezTo>
                  <a:cubicBezTo>
                    <a:pt x="2075" y="1982"/>
                    <a:pt x="2041" y="1948"/>
                    <a:pt x="1999" y="1948"/>
                  </a:cubicBezTo>
                  <a:lnTo>
                    <a:pt x="152" y="1948"/>
                  </a:lnTo>
                  <a:lnTo>
                    <a:pt x="152" y="76"/>
                  </a:lnTo>
                  <a:cubicBezTo>
                    <a:pt x="152" y="34"/>
                    <a:pt x="119" y="0"/>
                    <a:pt x="77" y="0"/>
                  </a:cubicBezTo>
                  <a:close/>
                </a:path>
              </a:pathLst>
            </a:custGeom>
            <a:solidFill>
              <a:schemeClr val="bg1"/>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sp>
          <p:nvSpPr>
            <p:cNvPr id="150" name="Google Shape;1095;p63">
              <a:extLst>
                <a:ext uri="{FF2B5EF4-FFF2-40B4-BE49-F238E27FC236}">
                  <a16:creationId xmlns:a16="http://schemas.microsoft.com/office/drawing/2014/main" id="{906987BB-172B-BF35-1F44-FEA9E073B824}"/>
                </a:ext>
              </a:extLst>
            </p:cNvPr>
            <p:cNvSpPr/>
            <p:nvPr/>
          </p:nvSpPr>
          <p:spPr>
            <a:xfrm>
              <a:off x="4381625" y="2922100"/>
              <a:ext cx="47900" cy="25125"/>
            </a:xfrm>
            <a:custGeom>
              <a:avLst/>
              <a:gdLst/>
              <a:ahLst/>
              <a:cxnLst/>
              <a:rect l="l" t="t" r="r" b="b"/>
              <a:pathLst>
                <a:path w="1916" h="1005" extrusionOk="0">
                  <a:moveTo>
                    <a:pt x="1831" y="1"/>
                  </a:moveTo>
                  <a:cubicBezTo>
                    <a:pt x="1810" y="1"/>
                    <a:pt x="1789" y="9"/>
                    <a:pt x="1772" y="26"/>
                  </a:cubicBezTo>
                  <a:lnTo>
                    <a:pt x="1173" y="633"/>
                  </a:lnTo>
                  <a:lnTo>
                    <a:pt x="777" y="237"/>
                  </a:lnTo>
                  <a:cubicBezTo>
                    <a:pt x="764" y="220"/>
                    <a:pt x="745" y="212"/>
                    <a:pt x="725" y="212"/>
                  </a:cubicBezTo>
                  <a:cubicBezTo>
                    <a:pt x="705" y="212"/>
                    <a:pt x="684" y="220"/>
                    <a:pt x="667" y="237"/>
                  </a:cubicBezTo>
                  <a:lnTo>
                    <a:pt x="35" y="869"/>
                  </a:lnTo>
                  <a:cubicBezTo>
                    <a:pt x="1" y="903"/>
                    <a:pt x="1" y="954"/>
                    <a:pt x="35" y="979"/>
                  </a:cubicBezTo>
                  <a:cubicBezTo>
                    <a:pt x="51" y="996"/>
                    <a:pt x="73" y="1004"/>
                    <a:pt x="93" y="1004"/>
                  </a:cubicBezTo>
                  <a:cubicBezTo>
                    <a:pt x="113" y="1004"/>
                    <a:pt x="132" y="996"/>
                    <a:pt x="144" y="979"/>
                  </a:cubicBezTo>
                  <a:lnTo>
                    <a:pt x="726" y="405"/>
                  </a:lnTo>
                  <a:lnTo>
                    <a:pt x="1114" y="793"/>
                  </a:lnTo>
                  <a:cubicBezTo>
                    <a:pt x="1131" y="810"/>
                    <a:pt x="1152" y="819"/>
                    <a:pt x="1172" y="819"/>
                  </a:cubicBezTo>
                  <a:cubicBezTo>
                    <a:pt x="1192" y="819"/>
                    <a:pt x="1211" y="810"/>
                    <a:pt x="1224" y="793"/>
                  </a:cubicBezTo>
                  <a:lnTo>
                    <a:pt x="1890" y="136"/>
                  </a:lnTo>
                  <a:cubicBezTo>
                    <a:pt x="1915" y="110"/>
                    <a:pt x="1915" y="60"/>
                    <a:pt x="1890" y="26"/>
                  </a:cubicBezTo>
                  <a:cubicBezTo>
                    <a:pt x="1873" y="9"/>
                    <a:pt x="1852" y="1"/>
                    <a:pt x="1831" y="1"/>
                  </a:cubicBezTo>
                  <a:close/>
                </a:path>
              </a:pathLst>
            </a:custGeom>
            <a:solidFill>
              <a:schemeClr val="bg1"/>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grpSp>
      <p:sp>
        <p:nvSpPr>
          <p:cNvPr id="148" name="Google Shape;1266;p65">
            <a:extLst>
              <a:ext uri="{FF2B5EF4-FFF2-40B4-BE49-F238E27FC236}">
                <a16:creationId xmlns:a16="http://schemas.microsoft.com/office/drawing/2014/main" id="{F5816842-4910-7D33-58FE-B2B7642B2D5F}"/>
              </a:ext>
            </a:extLst>
          </p:cNvPr>
          <p:cNvSpPr/>
          <p:nvPr/>
        </p:nvSpPr>
        <p:spPr>
          <a:xfrm>
            <a:off x="3406025" y="348631"/>
            <a:ext cx="192542" cy="195814"/>
          </a:xfrm>
          <a:custGeom>
            <a:avLst/>
            <a:gdLst/>
            <a:ahLst/>
            <a:cxnLst/>
            <a:rect l="l" t="t" r="r" b="b"/>
            <a:pathLst>
              <a:path w="1687" h="1688" extrusionOk="0">
                <a:moveTo>
                  <a:pt x="177" y="1"/>
                </a:moveTo>
                <a:cubicBezTo>
                  <a:pt x="76" y="1"/>
                  <a:pt x="0" y="76"/>
                  <a:pt x="0" y="178"/>
                </a:cubicBezTo>
                <a:lnTo>
                  <a:pt x="0" y="1181"/>
                </a:lnTo>
                <a:cubicBezTo>
                  <a:pt x="0" y="1282"/>
                  <a:pt x="76" y="1367"/>
                  <a:pt x="177" y="1367"/>
                </a:cubicBezTo>
                <a:lnTo>
                  <a:pt x="312" y="1367"/>
                </a:lnTo>
                <a:lnTo>
                  <a:pt x="312" y="1527"/>
                </a:lnTo>
                <a:cubicBezTo>
                  <a:pt x="312" y="1611"/>
                  <a:pt x="380" y="1687"/>
                  <a:pt x="464" y="1687"/>
                </a:cubicBezTo>
                <a:cubicBezTo>
                  <a:pt x="506" y="1687"/>
                  <a:pt x="549" y="1670"/>
                  <a:pt x="574" y="1637"/>
                </a:cubicBezTo>
                <a:lnTo>
                  <a:pt x="844" y="1367"/>
                </a:lnTo>
                <a:lnTo>
                  <a:pt x="1501" y="1367"/>
                </a:lnTo>
                <a:cubicBezTo>
                  <a:pt x="1603" y="1367"/>
                  <a:pt x="1687" y="1282"/>
                  <a:pt x="1687" y="1181"/>
                </a:cubicBezTo>
                <a:lnTo>
                  <a:pt x="1687" y="178"/>
                </a:lnTo>
                <a:cubicBezTo>
                  <a:pt x="1687" y="76"/>
                  <a:pt x="1603" y="1"/>
                  <a:pt x="1501" y="1"/>
                </a:cubicBezTo>
                <a:close/>
                <a:moveTo>
                  <a:pt x="152" y="178"/>
                </a:moveTo>
                <a:cubicBezTo>
                  <a:pt x="152" y="169"/>
                  <a:pt x="169" y="152"/>
                  <a:pt x="177" y="152"/>
                </a:cubicBezTo>
                <a:lnTo>
                  <a:pt x="1501" y="152"/>
                </a:lnTo>
                <a:cubicBezTo>
                  <a:pt x="1510" y="152"/>
                  <a:pt x="1527" y="169"/>
                  <a:pt x="1527" y="178"/>
                </a:cubicBezTo>
                <a:lnTo>
                  <a:pt x="1527" y="1181"/>
                </a:lnTo>
                <a:cubicBezTo>
                  <a:pt x="1527" y="1198"/>
                  <a:pt x="1510" y="1206"/>
                  <a:pt x="1501" y="1206"/>
                </a:cubicBezTo>
                <a:lnTo>
                  <a:pt x="810" y="1206"/>
                </a:lnTo>
                <a:cubicBezTo>
                  <a:pt x="793" y="1206"/>
                  <a:pt x="776" y="1215"/>
                  <a:pt x="759" y="1232"/>
                </a:cubicBezTo>
                <a:lnTo>
                  <a:pt x="473" y="1518"/>
                </a:lnTo>
                <a:lnTo>
                  <a:pt x="473" y="1291"/>
                </a:lnTo>
                <a:cubicBezTo>
                  <a:pt x="473" y="1249"/>
                  <a:pt x="439" y="1206"/>
                  <a:pt x="388" y="1206"/>
                </a:cubicBezTo>
                <a:lnTo>
                  <a:pt x="177" y="1206"/>
                </a:lnTo>
                <a:cubicBezTo>
                  <a:pt x="169" y="1206"/>
                  <a:pt x="152" y="1198"/>
                  <a:pt x="152" y="1181"/>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nvGrpSpPr>
          <p:cNvPr id="156" name="Group 155">
            <a:extLst>
              <a:ext uri="{FF2B5EF4-FFF2-40B4-BE49-F238E27FC236}">
                <a16:creationId xmlns:a16="http://schemas.microsoft.com/office/drawing/2014/main" id="{50795B3A-6A30-066E-E21C-264BD21681A6}"/>
              </a:ext>
            </a:extLst>
          </p:cNvPr>
          <p:cNvGrpSpPr/>
          <p:nvPr/>
        </p:nvGrpSpPr>
        <p:grpSpPr>
          <a:xfrm>
            <a:off x="2413311" y="299200"/>
            <a:ext cx="254222" cy="254222"/>
            <a:chOff x="3097145" y="1017785"/>
            <a:chExt cx="307292" cy="307292"/>
          </a:xfrm>
        </p:grpSpPr>
        <p:sp>
          <p:nvSpPr>
            <p:cNvPr id="154" name="Google Shape;1329;p65">
              <a:extLst>
                <a:ext uri="{FF2B5EF4-FFF2-40B4-BE49-F238E27FC236}">
                  <a16:creationId xmlns:a16="http://schemas.microsoft.com/office/drawing/2014/main" id="{29D52743-4B73-C8B1-5626-CD248A64636D}"/>
                </a:ext>
              </a:extLst>
            </p:cNvPr>
            <p:cNvSpPr/>
            <p:nvPr/>
          </p:nvSpPr>
          <p:spPr>
            <a:xfrm>
              <a:off x="3215558" y="1113681"/>
              <a:ext cx="92850" cy="114440"/>
            </a:xfrm>
            <a:custGeom>
              <a:avLst/>
              <a:gdLst/>
              <a:ahLst/>
              <a:cxnLst/>
              <a:rect l="l" t="t" r="r" b="b"/>
              <a:pathLst>
                <a:path w="701" h="864" extrusionOk="0">
                  <a:moveTo>
                    <a:pt x="54" y="0"/>
                  </a:moveTo>
                  <a:cubicBezTo>
                    <a:pt x="27" y="0"/>
                    <a:pt x="0" y="22"/>
                    <a:pt x="0" y="53"/>
                  </a:cubicBezTo>
                  <a:lnTo>
                    <a:pt x="0" y="812"/>
                  </a:lnTo>
                  <a:cubicBezTo>
                    <a:pt x="0" y="842"/>
                    <a:pt x="27" y="864"/>
                    <a:pt x="54" y="864"/>
                  </a:cubicBezTo>
                  <a:cubicBezTo>
                    <a:pt x="65" y="864"/>
                    <a:pt x="75" y="861"/>
                    <a:pt x="84" y="854"/>
                  </a:cubicBezTo>
                  <a:lnTo>
                    <a:pt x="675" y="474"/>
                  </a:lnTo>
                  <a:cubicBezTo>
                    <a:pt x="700" y="458"/>
                    <a:pt x="700" y="407"/>
                    <a:pt x="675" y="390"/>
                  </a:cubicBezTo>
                  <a:lnTo>
                    <a:pt x="84" y="11"/>
                  </a:lnTo>
                  <a:cubicBezTo>
                    <a:pt x="75" y="4"/>
                    <a:pt x="65" y="0"/>
                    <a:pt x="54" y="0"/>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155" name="Google Shape;1330;p65">
              <a:extLst>
                <a:ext uri="{FF2B5EF4-FFF2-40B4-BE49-F238E27FC236}">
                  <a16:creationId xmlns:a16="http://schemas.microsoft.com/office/drawing/2014/main" id="{7F2218D9-BC54-A42B-C34A-DEE71F387984}"/>
                </a:ext>
              </a:extLst>
            </p:cNvPr>
            <p:cNvSpPr/>
            <p:nvPr/>
          </p:nvSpPr>
          <p:spPr>
            <a:xfrm>
              <a:off x="3097145" y="1017785"/>
              <a:ext cx="307292" cy="307292"/>
            </a:xfrm>
            <a:custGeom>
              <a:avLst/>
              <a:gdLst/>
              <a:ahLst/>
              <a:cxnLst/>
              <a:rect l="l" t="t" r="r" b="b"/>
              <a:pathLst>
                <a:path w="2320" h="2320" extrusionOk="0">
                  <a:moveTo>
                    <a:pt x="1164" y="153"/>
                  </a:moveTo>
                  <a:cubicBezTo>
                    <a:pt x="607" y="153"/>
                    <a:pt x="160" y="600"/>
                    <a:pt x="160" y="1156"/>
                  </a:cubicBezTo>
                  <a:cubicBezTo>
                    <a:pt x="160" y="1713"/>
                    <a:pt x="607" y="2160"/>
                    <a:pt x="1164" y="2160"/>
                  </a:cubicBezTo>
                  <a:cubicBezTo>
                    <a:pt x="1712" y="2160"/>
                    <a:pt x="2159" y="1713"/>
                    <a:pt x="2159" y="1156"/>
                  </a:cubicBezTo>
                  <a:cubicBezTo>
                    <a:pt x="2159" y="600"/>
                    <a:pt x="1712" y="153"/>
                    <a:pt x="1164" y="153"/>
                  </a:cubicBezTo>
                  <a:close/>
                  <a:moveTo>
                    <a:pt x="0" y="1156"/>
                  </a:moveTo>
                  <a:cubicBezTo>
                    <a:pt x="0" y="515"/>
                    <a:pt x="523" y="1"/>
                    <a:pt x="1164" y="1"/>
                  </a:cubicBezTo>
                  <a:cubicBezTo>
                    <a:pt x="1796" y="1"/>
                    <a:pt x="2319" y="515"/>
                    <a:pt x="2319" y="1156"/>
                  </a:cubicBezTo>
                  <a:cubicBezTo>
                    <a:pt x="2319" y="1797"/>
                    <a:pt x="1796" y="2320"/>
                    <a:pt x="1164" y="2320"/>
                  </a:cubicBezTo>
                  <a:cubicBezTo>
                    <a:pt x="523" y="2320"/>
                    <a:pt x="0" y="1797"/>
                    <a:pt x="0" y="1156"/>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sp>
        <p:nvSpPr>
          <p:cNvPr id="5" name="Text Placeholder 23">
            <a:extLst>
              <a:ext uri="{FF2B5EF4-FFF2-40B4-BE49-F238E27FC236}">
                <a16:creationId xmlns:a16="http://schemas.microsoft.com/office/drawing/2014/main" id="{27D79E9C-B163-C398-0F80-4E2D2D3A153A}"/>
              </a:ext>
            </a:extLst>
          </p:cNvPr>
          <p:cNvSpPr txBox="1">
            <a:spLocks/>
          </p:cNvSpPr>
          <p:nvPr/>
        </p:nvSpPr>
        <p:spPr>
          <a:xfrm>
            <a:off x="9844318" y="204905"/>
            <a:ext cx="2301494" cy="333021"/>
          </a:xfrm>
          <a:prstGeom prst="rect">
            <a:avLst/>
          </a:prstGeom>
          <a:noFill/>
          <a:ln w="19050" cap="flat" cmpd="sng">
            <a:noFill/>
            <a:prstDash val="solid"/>
            <a:round/>
            <a:headEnd type="none" w="sm" len="sm"/>
            <a:tailEnd type="none" w="sm" len="sm"/>
          </a:ln>
          <a:effectLst/>
        </p:spPr>
        <p:txBody>
          <a:bodyPr lIns="0" tIns="0" rIns="0" bIns="0" anchor="t" anchorCtr="0">
            <a:noAutofit/>
          </a:bodyPr>
          <a:lstStyle>
            <a:lvl1pPr marL="0" indent="0" algn="l" defTabSz="914049" rtl="0" eaLnBrk="1" latinLnBrk="0" hangingPunct="1">
              <a:lnSpc>
                <a:spcPct val="90000"/>
              </a:lnSpc>
              <a:spcBef>
                <a:spcPts val="1000"/>
              </a:spcBef>
              <a:buFont typeface="Arial" panose="020B0604020202020204" pitchFamily="34" charset="0"/>
              <a:buNone/>
              <a:defRPr sz="1400" b="0" i="0" kern="1200" cap="all" baseline="0">
                <a:solidFill>
                  <a:schemeClr val="bg2"/>
                </a:solidFill>
                <a:latin typeface="Consolas" pitchFamily="2" charset="77"/>
                <a:ea typeface="+mn-ea"/>
                <a:cs typeface="Consolas" pitchFamily="2" charset="77"/>
              </a:defRPr>
            </a:lvl1pPr>
            <a:lvl2pPr marL="457024"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04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073"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09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3635"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66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686"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71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TECHNICAL PREVIEW</a:t>
            </a:r>
          </a:p>
        </p:txBody>
      </p:sp>
      <p:pic>
        <p:nvPicPr>
          <p:cNvPr id="7" name="Picture 6">
            <a:extLst>
              <a:ext uri="{FF2B5EF4-FFF2-40B4-BE49-F238E27FC236}">
                <a16:creationId xmlns:a16="http://schemas.microsoft.com/office/drawing/2014/main" id="{6BAE0127-0005-C83B-72E7-51AAC4A1642E}"/>
              </a:ext>
            </a:extLst>
          </p:cNvPr>
          <p:cNvPicPr>
            <a:picLocks noChangeAspect="1"/>
          </p:cNvPicPr>
          <p:nvPr/>
        </p:nvPicPr>
        <p:blipFill>
          <a:blip r:embed="rId6"/>
          <a:stretch>
            <a:fillRect/>
          </a:stretch>
        </p:blipFill>
        <p:spPr>
          <a:xfrm>
            <a:off x="1480983" y="313118"/>
            <a:ext cx="238454" cy="238454"/>
          </a:xfrm>
          <a:prstGeom prst="rect">
            <a:avLst/>
          </a:prstGeom>
        </p:spPr>
      </p:pic>
      <p:sp>
        <p:nvSpPr>
          <p:cNvPr id="8" name="Rectangle 7">
            <a:extLst>
              <a:ext uri="{FF2B5EF4-FFF2-40B4-BE49-F238E27FC236}">
                <a16:creationId xmlns:a16="http://schemas.microsoft.com/office/drawing/2014/main" id="{6BEC6257-BC25-44C0-FBA5-8AD716E355B4}"/>
              </a:ext>
            </a:extLst>
          </p:cNvPr>
          <p:cNvSpPr/>
          <p:nvPr/>
        </p:nvSpPr>
        <p:spPr>
          <a:xfrm>
            <a:off x="1480983" y="316786"/>
            <a:ext cx="238454" cy="254222"/>
          </a:xfrm>
          <a:prstGeom prst="rect">
            <a:avLst/>
          </a:prstGeom>
          <a:solidFill>
            <a:schemeClr val="tx2">
              <a:alpha val="4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785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BAE1B-E41D-7060-6D9E-E7BD77F9FC4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EB5A74-FCC9-81E0-E404-DCF28C59B27B}"/>
              </a:ext>
            </a:extLst>
          </p:cNvPr>
          <p:cNvSpPr>
            <a:spLocks noGrp="1"/>
          </p:cNvSpPr>
          <p:nvPr>
            <p:ph type="sldNum" sz="quarter" idx="37"/>
          </p:nvPr>
        </p:nvSpPr>
        <p:spPr>
          <a:xfrm>
            <a:off x="9409515" y="6565902"/>
            <a:ext cx="2741613" cy="237463"/>
          </a:xfrm>
          <a:prstGeom prst="rect">
            <a:avLst/>
          </a:prstGeom>
        </p:spPr>
        <p:txBody>
          <a:bodyPr vert="horz" lIns="91440" tIns="45720" rIns="91440" bIns="45720" rtlCol="0" anchor="ctr"/>
          <a:lstStyle>
            <a:defPPr>
              <a:defRPr lang="en-US"/>
            </a:defPPr>
            <a:lvl1pPr marL="0" algn="r" defTabSz="914080" rtl="0" eaLnBrk="1" latinLnBrk="0" hangingPunct="1">
              <a:defRPr sz="1200" kern="1200">
                <a:solidFill>
                  <a:schemeClr val="tx1">
                    <a:tint val="82000"/>
                  </a:schemeClr>
                </a:solidFill>
                <a:latin typeface="+mn-lt"/>
                <a:ea typeface="+mn-ea"/>
                <a:cs typeface="+mn-cs"/>
              </a:defRPr>
            </a:lvl1pPr>
            <a:lvl2pPr marL="457040" algn="l" defTabSz="914080" rtl="0" eaLnBrk="1" latinLnBrk="0" hangingPunct="1">
              <a:defRPr sz="1799" kern="1200">
                <a:solidFill>
                  <a:schemeClr val="tx1"/>
                </a:solidFill>
                <a:latin typeface="+mn-lt"/>
                <a:ea typeface="+mn-ea"/>
                <a:cs typeface="+mn-cs"/>
              </a:defRPr>
            </a:lvl2pPr>
            <a:lvl3pPr marL="914080" algn="l" defTabSz="914080" rtl="0" eaLnBrk="1" latinLnBrk="0" hangingPunct="1">
              <a:defRPr sz="1799" kern="1200">
                <a:solidFill>
                  <a:schemeClr val="tx1"/>
                </a:solidFill>
                <a:latin typeface="+mn-lt"/>
                <a:ea typeface="+mn-ea"/>
                <a:cs typeface="+mn-cs"/>
              </a:defRPr>
            </a:lvl3pPr>
            <a:lvl4pPr marL="1371120" algn="l" defTabSz="914080" rtl="0" eaLnBrk="1" latinLnBrk="0" hangingPunct="1">
              <a:defRPr sz="1799" kern="1200">
                <a:solidFill>
                  <a:schemeClr val="tx1"/>
                </a:solidFill>
                <a:latin typeface="+mn-lt"/>
                <a:ea typeface="+mn-ea"/>
                <a:cs typeface="+mn-cs"/>
              </a:defRPr>
            </a:lvl4pPr>
            <a:lvl5pPr marL="1828160" algn="l" defTabSz="914080" rtl="0" eaLnBrk="1" latinLnBrk="0" hangingPunct="1">
              <a:defRPr sz="1799" kern="1200">
                <a:solidFill>
                  <a:schemeClr val="tx1"/>
                </a:solidFill>
                <a:latin typeface="+mn-lt"/>
                <a:ea typeface="+mn-ea"/>
                <a:cs typeface="+mn-cs"/>
              </a:defRPr>
            </a:lvl5pPr>
            <a:lvl6pPr marL="2285200" algn="l" defTabSz="914080" rtl="0" eaLnBrk="1" latinLnBrk="0" hangingPunct="1">
              <a:defRPr sz="1799" kern="1200">
                <a:solidFill>
                  <a:schemeClr val="tx1"/>
                </a:solidFill>
                <a:latin typeface="+mn-lt"/>
                <a:ea typeface="+mn-ea"/>
                <a:cs typeface="+mn-cs"/>
              </a:defRPr>
            </a:lvl6pPr>
            <a:lvl7pPr marL="2742240" algn="l" defTabSz="914080" rtl="0" eaLnBrk="1" latinLnBrk="0" hangingPunct="1">
              <a:defRPr sz="1799" kern="1200">
                <a:solidFill>
                  <a:schemeClr val="tx1"/>
                </a:solidFill>
                <a:latin typeface="+mn-lt"/>
                <a:ea typeface="+mn-ea"/>
                <a:cs typeface="+mn-cs"/>
              </a:defRPr>
            </a:lvl7pPr>
            <a:lvl8pPr marL="3199280" algn="l" defTabSz="914080" rtl="0" eaLnBrk="1" latinLnBrk="0" hangingPunct="1">
              <a:defRPr sz="1799" kern="1200">
                <a:solidFill>
                  <a:schemeClr val="tx1"/>
                </a:solidFill>
                <a:latin typeface="+mn-lt"/>
                <a:ea typeface="+mn-ea"/>
                <a:cs typeface="+mn-cs"/>
              </a:defRPr>
            </a:lvl8pPr>
            <a:lvl9pPr marL="3656320" algn="l" defTabSz="914080" rtl="0" eaLnBrk="1" latinLnBrk="0" hangingPunct="1">
              <a:defRPr sz="1799" kern="1200">
                <a:solidFill>
                  <a:schemeClr val="tx1"/>
                </a:solidFill>
                <a:latin typeface="+mn-lt"/>
                <a:ea typeface="+mn-ea"/>
                <a:cs typeface="+mn-cs"/>
              </a:defRPr>
            </a:lvl9pPr>
          </a:lstStyle>
          <a:p>
            <a:fld id="{33B31415-8031-C145-812D-7EC4C965D339}" type="slidenum">
              <a:rPr lang="en-US" smtClean="0"/>
              <a:pPr/>
              <a:t>5</a:t>
            </a:fld>
            <a:endParaRPr lang="en-US"/>
          </a:p>
        </p:txBody>
      </p:sp>
      <p:sp>
        <p:nvSpPr>
          <p:cNvPr id="5" name="TextBox 4">
            <a:extLst>
              <a:ext uri="{FF2B5EF4-FFF2-40B4-BE49-F238E27FC236}">
                <a16:creationId xmlns:a16="http://schemas.microsoft.com/office/drawing/2014/main" id="{80FB20BC-75BD-453B-620B-90892EE5D285}"/>
              </a:ext>
            </a:extLst>
          </p:cNvPr>
          <p:cNvSpPr txBox="1"/>
          <p:nvPr/>
        </p:nvSpPr>
        <p:spPr>
          <a:xfrm>
            <a:off x="261794" y="1999253"/>
            <a:ext cx="10944606" cy="4385431"/>
          </a:xfrm>
          <a:prstGeom prst="rect">
            <a:avLst/>
          </a:prstGeom>
          <a:noFill/>
        </p:spPr>
        <p:txBody>
          <a:bodyPr wrap="square">
            <a:spAutoFit/>
          </a:bodyPr>
          <a:lstStyle/>
          <a:p>
            <a:r>
              <a:rPr lang="fr-FR" sz="2199" dirty="0">
                <a:latin typeface="Aptos" pitchFamily="2" charset="77"/>
                <a:cs typeface="Aptos" pitchFamily="2" charset="77"/>
              </a:rPr>
              <a:t>Combinez en toute sécurité GitHub Actions et les agents SWE à l'aide de notre interface de ligne de commande (CLI).</a:t>
            </a:r>
          </a:p>
          <a:p>
            <a:endParaRPr lang="en-US" sz="2199" dirty="0">
              <a:latin typeface="Aptos" pitchFamily="2" charset="77"/>
              <a:cs typeface="Aptos" pitchFamily="2" charset="77"/>
            </a:endParaRPr>
          </a:p>
          <a:p>
            <a:pPr>
              <a:buClr>
                <a:schemeClr val="tx1"/>
              </a:buClr>
            </a:pPr>
            <a:r>
              <a:rPr lang="en-US" dirty="0" err="1"/>
              <a:t>Prérequis</a:t>
            </a:r>
            <a:r>
              <a:rPr lang="en-US" sz="2000" dirty="0">
                <a:latin typeface="Aptos" pitchFamily="2" charset="77"/>
                <a:cs typeface="Aptos" pitchFamily="2" charset="77"/>
              </a:rPr>
              <a:t>:</a:t>
            </a:r>
            <a:br>
              <a:rPr lang="en-US" sz="2000" dirty="0">
                <a:latin typeface="Aptos" pitchFamily="2" charset="77"/>
                <a:cs typeface="Aptos" pitchFamily="2" charset="77"/>
              </a:rPr>
            </a:br>
            <a:endParaRPr lang="en-US" sz="500" dirty="0">
              <a:latin typeface="Aptos" pitchFamily="2" charset="77"/>
              <a:cs typeface="Aptos" pitchFamily="2" charset="77"/>
            </a:endParaRPr>
          </a:p>
          <a:p>
            <a:pPr marL="285750" indent="-285750">
              <a:buClr>
                <a:schemeClr val="bg1">
                  <a:lumMod val="50000"/>
                  <a:lumOff val="50000"/>
                </a:schemeClr>
              </a:buClr>
              <a:buFont typeface="Arial" panose="020B0604020202020204" pitchFamily="34" charset="0"/>
              <a:buChar char="•"/>
            </a:pPr>
            <a:r>
              <a:rPr lang="fr-FR" sz="1600" dirty="0">
                <a:solidFill>
                  <a:schemeClr val="bg1">
                    <a:lumMod val="50000"/>
                    <a:lumOff val="50000"/>
                  </a:schemeClr>
                </a:solidFill>
                <a:latin typeface="Aptos" pitchFamily="2" charset="77"/>
                <a:cs typeface="Aptos" pitchFamily="2" charset="77"/>
              </a:rPr>
              <a:t>Compte IA - Utilise GitHub </a:t>
            </a:r>
            <a:r>
              <a:rPr lang="fr-FR" sz="1600" dirty="0" err="1">
                <a:solidFill>
                  <a:schemeClr val="bg1">
                    <a:lumMod val="50000"/>
                    <a:lumOff val="50000"/>
                  </a:schemeClr>
                </a:solidFill>
                <a:latin typeface="Aptos" pitchFamily="2" charset="77"/>
                <a:cs typeface="Aptos" pitchFamily="2" charset="77"/>
              </a:rPr>
              <a:t>Copilot</a:t>
            </a:r>
            <a:r>
              <a:rPr lang="fr-FR" sz="1600" dirty="0">
                <a:solidFill>
                  <a:schemeClr val="bg1">
                    <a:lumMod val="50000"/>
                    <a:lumOff val="50000"/>
                  </a:schemeClr>
                </a:solidFill>
                <a:latin typeface="Aptos" pitchFamily="2" charset="77"/>
                <a:cs typeface="Aptos" pitchFamily="2" charset="77"/>
              </a:rPr>
              <a:t> par défaut</a:t>
            </a:r>
          </a:p>
          <a:p>
            <a:pPr marL="285750" indent="-285750">
              <a:buClr>
                <a:schemeClr val="bg1">
                  <a:lumMod val="50000"/>
                  <a:lumOff val="50000"/>
                </a:schemeClr>
              </a:buClr>
              <a:buFont typeface="Arial" panose="020B0604020202020204" pitchFamily="34" charset="0"/>
              <a:buChar char="•"/>
            </a:pPr>
            <a:r>
              <a:rPr lang="en-US" sz="1600" dirty="0">
                <a:solidFill>
                  <a:schemeClr val="bg1">
                    <a:lumMod val="50000"/>
                    <a:lumOff val="50000"/>
                  </a:schemeClr>
                </a:solidFill>
                <a:latin typeface="Aptos" pitchFamily="2" charset="77"/>
                <a:cs typeface="Aptos" pitchFamily="2" charset="77"/>
              </a:rPr>
              <a:t>GitHub Repository - Un repository </a:t>
            </a:r>
            <a:r>
              <a:rPr lang="en-US" sz="1600" dirty="0" err="1">
                <a:solidFill>
                  <a:schemeClr val="bg1">
                    <a:lumMod val="50000"/>
                    <a:lumOff val="50000"/>
                  </a:schemeClr>
                </a:solidFill>
                <a:latin typeface="Aptos" pitchFamily="2" charset="77"/>
                <a:cs typeface="Aptos" pitchFamily="2" charset="77"/>
              </a:rPr>
              <a:t>auquel</a:t>
            </a:r>
            <a:r>
              <a:rPr lang="en-US" sz="1600" dirty="0">
                <a:solidFill>
                  <a:schemeClr val="bg1">
                    <a:lumMod val="50000"/>
                    <a:lumOff val="50000"/>
                  </a:schemeClr>
                </a:solidFill>
                <a:latin typeface="Aptos" pitchFamily="2" charset="77"/>
                <a:cs typeface="Aptos" pitchFamily="2" charset="77"/>
              </a:rPr>
              <a:t> vous </a:t>
            </a:r>
            <a:r>
              <a:rPr lang="en-US" sz="1600" dirty="0" err="1">
                <a:solidFill>
                  <a:schemeClr val="bg1">
                    <a:lumMod val="50000"/>
                    <a:lumOff val="50000"/>
                  </a:schemeClr>
                </a:solidFill>
                <a:latin typeface="Aptos" pitchFamily="2" charset="77"/>
                <a:cs typeface="Aptos" pitchFamily="2" charset="77"/>
              </a:rPr>
              <a:t>avez</a:t>
            </a:r>
            <a:r>
              <a:rPr lang="en-US" sz="1600" dirty="0">
                <a:solidFill>
                  <a:schemeClr val="bg1">
                    <a:lumMod val="50000"/>
                    <a:lumOff val="50000"/>
                  </a:schemeClr>
                </a:solidFill>
                <a:latin typeface="Aptos" pitchFamily="2" charset="77"/>
                <a:cs typeface="Aptos" pitchFamily="2" charset="77"/>
              </a:rPr>
              <a:t> un </a:t>
            </a:r>
            <a:r>
              <a:rPr lang="en-US" sz="1600" dirty="0" err="1">
                <a:solidFill>
                  <a:schemeClr val="bg1">
                    <a:lumMod val="50000"/>
                    <a:lumOff val="50000"/>
                  </a:schemeClr>
                </a:solidFill>
                <a:latin typeface="Aptos" pitchFamily="2" charset="77"/>
                <a:cs typeface="Aptos" pitchFamily="2" charset="77"/>
              </a:rPr>
              <a:t>accès</a:t>
            </a:r>
            <a:r>
              <a:rPr lang="en-US" sz="1600" dirty="0">
                <a:solidFill>
                  <a:schemeClr val="bg1">
                    <a:lumMod val="50000"/>
                    <a:lumOff val="50000"/>
                  </a:schemeClr>
                </a:solidFill>
                <a:latin typeface="Aptos" pitchFamily="2" charset="77"/>
                <a:cs typeface="Aptos" pitchFamily="2" charset="77"/>
              </a:rPr>
              <a:t> </a:t>
            </a:r>
            <a:r>
              <a:rPr lang="en-US" sz="1600" dirty="0" err="1">
                <a:solidFill>
                  <a:schemeClr val="bg1">
                    <a:lumMod val="50000"/>
                    <a:lumOff val="50000"/>
                  </a:schemeClr>
                </a:solidFill>
                <a:latin typeface="Aptos" pitchFamily="2" charset="77"/>
                <a:cs typeface="Aptos" pitchFamily="2" charset="77"/>
              </a:rPr>
              <a:t>en</a:t>
            </a:r>
            <a:r>
              <a:rPr lang="en-US" sz="1600" dirty="0">
                <a:solidFill>
                  <a:schemeClr val="bg1">
                    <a:lumMod val="50000"/>
                    <a:lumOff val="50000"/>
                  </a:schemeClr>
                </a:solidFill>
                <a:latin typeface="Aptos" pitchFamily="2" charset="77"/>
                <a:cs typeface="Aptos" pitchFamily="2" charset="77"/>
              </a:rPr>
              <a:t> </a:t>
            </a:r>
            <a:r>
              <a:rPr lang="en-US" sz="1600" dirty="0" err="1">
                <a:solidFill>
                  <a:schemeClr val="bg1">
                    <a:lumMod val="50000"/>
                    <a:lumOff val="50000"/>
                  </a:schemeClr>
                </a:solidFill>
                <a:latin typeface="Aptos" pitchFamily="2" charset="77"/>
                <a:cs typeface="Aptos" pitchFamily="2" charset="77"/>
              </a:rPr>
              <a:t>écriture</a:t>
            </a:r>
            <a:endParaRPr lang="en-US" sz="1600" dirty="0">
              <a:solidFill>
                <a:schemeClr val="bg1">
                  <a:lumMod val="50000"/>
                  <a:lumOff val="50000"/>
                </a:schemeClr>
              </a:solidFill>
              <a:latin typeface="Aptos" pitchFamily="2" charset="77"/>
              <a:cs typeface="Aptos" pitchFamily="2" charset="77"/>
            </a:endParaRPr>
          </a:p>
          <a:p>
            <a:pPr marL="285750" indent="-285750">
              <a:buClr>
                <a:schemeClr val="bg1">
                  <a:lumMod val="50000"/>
                  <a:lumOff val="50000"/>
                </a:schemeClr>
              </a:buClr>
              <a:buFont typeface="Arial" panose="020B0604020202020204" pitchFamily="34" charset="0"/>
              <a:buChar char="•"/>
            </a:pPr>
            <a:r>
              <a:rPr lang="en-US" sz="1600" dirty="0">
                <a:solidFill>
                  <a:schemeClr val="bg1">
                    <a:lumMod val="50000"/>
                    <a:lumOff val="50000"/>
                  </a:schemeClr>
                </a:solidFill>
                <a:latin typeface="Aptos" pitchFamily="2" charset="77"/>
                <a:cs typeface="Aptos" pitchFamily="2" charset="77"/>
              </a:rPr>
              <a:t>GitHub Actions active</a:t>
            </a:r>
          </a:p>
          <a:p>
            <a:pPr marL="285750" indent="-285750">
              <a:buClr>
                <a:schemeClr val="bg1">
                  <a:lumMod val="50000"/>
                  <a:lumOff val="50000"/>
                </a:schemeClr>
              </a:buClr>
              <a:buFont typeface="Arial" panose="020B0604020202020204" pitchFamily="34" charset="0"/>
              <a:buChar char="•"/>
            </a:pPr>
            <a:r>
              <a:rPr lang="en-US" sz="1600" dirty="0">
                <a:solidFill>
                  <a:schemeClr val="bg1">
                    <a:lumMod val="50000"/>
                    <a:lumOff val="50000"/>
                  </a:schemeClr>
                </a:solidFill>
                <a:latin typeface="Aptos" pitchFamily="2" charset="77"/>
                <a:cs typeface="Aptos" pitchFamily="2" charset="77"/>
              </a:rPr>
              <a:t>GitHub CLI (gh) v2.0.0+</a:t>
            </a:r>
          </a:p>
          <a:p>
            <a:pPr marL="285750" indent="-285750">
              <a:buClr>
                <a:schemeClr val="bg1">
                  <a:lumMod val="50000"/>
                  <a:lumOff val="50000"/>
                </a:schemeClr>
              </a:buClr>
              <a:buFont typeface="Arial" panose="020B0604020202020204" pitchFamily="34" charset="0"/>
              <a:buChar char="•"/>
            </a:pPr>
            <a:r>
              <a:rPr lang="en-US" sz="1600" dirty="0">
                <a:solidFill>
                  <a:schemeClr val="bg1">
                    <a:lumMod val="50000"/>
                    <a:lumOff val="50000"/>
                  </a:schemeClr>
                </a:solidFill>
                <a:latin typeface="Aptos" pitchFamily="2" charset="77"/>
                <a:cs typeface="Aptos" pitchFamily="2" charset="77"/>
              </a:rPr>
              <a:t>OS : Linux, macOS, or Windows avec WSL</a:t>
            </a:r>
            <a:endParaRPr lang="en-US" sz="2000" dirty="0">
              <a:latin typeface="Aptos" pitchFamily="2" charset="77"/>
              <a:cs typeface="Aptos" pitchFamily="2" charset="77"/>
            </a:endParaRPr>
          </a:p>
          <a:p>
            <a:pPr marL="342906" indent="-342906">
              <a:buClr>
                <a:schemeClr val="tx1"/>
              </a:buClr>
              <a:buFont typeface="Wingdings" pitchFamily="2" charset="2"/>
              <a:buChar char="ü"/>
            </a:pPr>
            <a:endParaRPr lang="en-US" sz="2000" dirty="0">
              <a:latin typeface="Aptos" pitchFamily="2" charset="77"/>
              <a:cs typeface="Aptos" pitchFamily="2" charset="77"/>
            </a:endParaRPr>
          </a:p>
          <a:p>
            <a:pPr>
              <a:buClr>
                <a:schemeClr val="tx1"/>
              </a:buClr>
            </a:pPr>
            <a:r>
              <a:rPr lang="en-US" sz="2000" dirty="0">
                <a:latin typeface="Aptos" pitchFamily="2" charset="77"/>
                <a:cs typeface="Aptos" pitchFamily="2" charset="77"/>
              </a:rPr>
              <a:t>Installation:</a:t>
            </a:r>
            <a:br>
              <a:rPr lang="en-US" sz="2000" dirty="0">
                <a:latin typeface="Aptos" pitchFamily="2" charset="77"/>
                <a:cs typeface="Aptos" pitchFamily="2" charset="77"/>
              </a:rPr>
            </a:br>
            <a:br>
              <a:rPr lang="en-US" sz="500" dirty="0">
                <a:solidFill>
                  <a:schemeClr val="bg1">
                    <a:lumMod val="50000"/>
                    <a:lumOff val="50000"/>
                  </a:schemeClr>
                </a:solidFill>
                <a:latin typeface="Aptos" pitchFamily="2" charset="77"/>
                <a:cs typeface="Aptos" pitchFamily="2" charset="77"/>
              </a:rPr>
            </a:br>
            <a:r>
              <a:rPr lang="en-US" sz="500" dirty="0">
                <a:solidFill>
                  <a:schemeClr val="bg1">
                    <a:lumMod val="50000"/>
                    <a:lumOff val="50000"/>
                  </a:schemeClr>
                </a:solidFill>
                <a:latin typeface="Aptos" pitchFamily="2" charset="77"/>
                <a:cs typeface="Aptos" pitchFamily="2" charset="77"/>
              </a:rPr>
              <a:t>             </a:t>
            </a:r>
            <a:r>
              <a:rPr lang="en-US" sz="1600" dirty="0">
                <a:solidFill>
                  <a:schemeClr val="bg1">
                    <a:lumMod val="50000"/>
                    <a:lumOff val="50000"/>
                  </a:schemeClr>
                </a:solidFill>
                <a:latin typeface="Aptos" pitchFamily="2" charset="77"/>
                <a:cs typeface="Aptos" pitchFamily="2" charset="77"/>
              </a:rPr>
              <a:t>Installer le CLI GitHub Agentic Workflows</a:t>
            </a:r>
            <a:br>
              <a:rPr lang="en-US" sz="1600" dirty="0">
                <a:solidFill>
                  <a:schemeClr val="bg1">
                    <a:lumMod val="50000"/>
                    <a:lumOff val="50000"/>
                  </a:schemeClr>
                </a:solidFill>
                <a:latin typeface="Aptos" pitchFamily="2" charset="77"/>
                <a:cs typeface="Aptos" pitchFamily="2" charset="77"/>
              </a:rPr>
            </a:br>
            <a:br>
              <a:rPr lang="en-US" sz="500" dirty="0">
                <a:solidFill>
                  <a:schemeClr val="bg1">
                    <a:lumMod val="50000"/>
                    <a:lumOff val="50000"/>
                  </a:schemeClr>
                </a:solidFill>
                <a:latin typeface="Aptos" pitchFamily="2" charset="77"/>
                <a:cs typeface="Aptos" pitchFamily="2" charset="77"/>
              </a:rPr>
            </a:br>
            <a:r>
              <a:rPr lang="en-US" sz="1000" dirty="0">
                <a:solidFill>
                  <a:schemeClr val="bg1">
                    <a:lumMod val="50000"/>
                    <a:lumOff val="50000"/>
                  </a:schemeClr>
                </a:solidFill>
                <a:latin typeface="Aptos" pitchFamily="2" charset="77"/>
                <a:cs typeface="Aptos" pitchFamily="2" charset="77"/>
              </a:rPr>
              <a:t>       </a:t>
            </a:r>
            <a:r>
              <a:rPr lang="en-US" sz="1600" dirty="0">
                <a:solidFill>
                  <a:srgbClr val="C693FF"/>
                </a:solidFill>
                <a:latin typeface="Consolas" pitchFamily="2" charset="77"/>
                <a:cs typeface="Consolas" pitchFamily="2" charset="77"/>
              </a:rPr>
              <a:t>gh extension install github/gh-aw</a:t>
            </a:r>
            <a:br>
              <a:rPr lang="en-US" sz="1600" dirty="0">
                <a:solidFill>
                  <a:srgbClr val="C693FF"/>
                </a:solidFill>
                <a:latin typeface="Consolas" pitchFamily="2" charset="77"/>
                <a:cs typeface="Consolas" pitchFamily="2" charset="77"/>
              </a:rPr>
            </a:br>
            <a:br>
              <a:rPr lang="en-US" sz="1000" dirty="0">
                <a:solidFill>
                  <a:srgbClr val="C693FF"/>
                </a:solidFill>
                <a:latin typeface="Aptos" pitchFamily="2" charset="77"/>
                <a:cs typeface="Aptos" pitchFamily="2" charset="77"/>
              </a:rPr>
            </a:br>
            <a:endParaRPr lang="en-US" sz="1600" dirty="0">
              <a:solidFill>
                <a:schemeClr val="bg1">
                  <a:lumMod val="50000"/>
                  <a:lumOff val="50000"/>
                </a:schemeClr>
              </a:solidFill>
              <a:latin typeface="Aptos" pitchFamily="2" charset="77"/>
              <a:cs typeface="Aptos" pitchFamily="2" charset="77"/>
            </a:endParaRPr>
          </a:p>
        </p:txBody>
      </p:sp>
      <p:sp>
        <p:nvSpPr>
          <p:cNvPr id="61" name="Google Shape;1420;p105">
            <a:extLst>
              <a:ext uri="{FF2B5EF4-FFF2-40B4-BE49-F238E27FC236}">
                <a16:creationId xmlns:a16="http://schemas.microsoft.com/office/drawing/2014/main" id="{E817E16F-AE19-D060-ED8B-47528637594A}"/>
              </a:ext>
            </a:extLst>
          </p:cNvPr>
          <p:cNvSpPr/>
          <p:nvPr/>
        </p:nvSpPr>
        <p:spPr>
          <a:xfrm>
            <a:off x="784404" y="422517"/>
            <a:ext cx="2535128" cy="45719"/>
          </a:xfrm>
          <a:prstGeom prst="rect">
            <a:avLst/>
          </a:prstGeom>
          <a:gradFill>
            <a:gsLst>
              <a:gs pos="0">
                <a:srgbClr val="C693FF"/>
              </a:gs>
              <a:gs pos="42000">
                <a:srgbClr val="6533FE"/>
              </a:gs>
              <a:gs pos="69000">
                <a:srgbClr val="0840F0"/>
              </a:gs>
              <a:gs pos="100000">
                <a:srgbClr val="60ED83"/>
              </a:gs>
            </a:gsLst>
            <a:lin ang="0" scaled="0"/>
          </a:gradFill>
          <a:ln>
            <a:noFill/>
          </a:ln>
        </p:spPr>
        <p:txBody>
          <a:bodyPr spcFirstLastPara="1" wrap="square" lIns="91426" tIns="91426" rIns="91426" bIns="91426" anchor="ctr" anchorCtr="0">
            <a:noAutofit/>
          </a:bodyPr>
          <a:lstStyle/>
          <a:p>
            <a:pPr algn="ctr"/>
            <a:endParaRPr/>
          </a:p>
        </p:txBody>
      </p:sp>
      <p:sp>
        <p:nvSpPr>
          <p:cNvPr id="62" name="Rounded Rectangle 61">
            <a:extLst>
              <a:ext uri="{FF2B5EF4-FFF2-40B4-BE49-F238E27FC236}">
                <a16:creationId xmlns:a16="http://schemas.microsoft.com/office/drawing/2014/main" id="{6C62BDF2-FB5A-E6C6-805A-4B6B451851C6}"/>
              </a:ext>
            </a:extLst>
          </p:cNvPr>
          <p:cNvSpPr/>
          <p:nvPr/>
        </p:nvSpPr>
        <p:spPr>
          <a:xfrm>
            <a:off x="424817" y="227377"/>
            <a:ext cx="373739" cy="373747"/>
          </a:xfrm>
          <a:prstGeom prst="roundRect">
            <a:avLst/>
          </a:prstGeom>
          <a:solidFill>
            <a:schemeClr val="bg1"/>
          </a:solidFill>
          <a:ln w="25400">
            <a:solidFill>
              <a:srgbClr val="C69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Google Shape;1420;p105">
            <a:extLst>
              <a:ext uri="{FF2B5EF4-FFF2-40B4-BE49-F238E27FC236}">
                <a16:creationId xmlns:a16="http://schemas.microsoft.com/office/drawing/2014/main" id="{79838C46-EACC-A2EB-7E92-5B298259FE67}"/>
              </a:ext>
            </a:extLst>
          </p:cNvPr>
          <p:cNvSpPr/>
          <p:nvPr/>
        </p:nvSpPr>
        <p:spPr>
          <a:xfrm>
            <a:off x="1396144" y="417527"/>
            <a:ext cx="2284082" cy="50709"/>
          </a:xfrm>
          <a:prstGeom prst="rect">
            <a:avLst/>
          </a:prstGeom>
          <a:solidFill>
            <a:schemeClr val="bg1">
              <a:lumMod val="65000"/>
              <a:lumOff val="35000"/>
            </a:schemeClr>
          </a:solidFill>
          <a:ln>
            <a:noFill/>
          </a:ln>
        </p:spPr>
        <p:txBody>
          <a:bodyPr spcFirstLastPara="1" wrap="square" lIns="91426" tIns="91426" rIns="91426" bIns="91426" anchor="ctr" anchorCtr="0">
            <a:noAutofit/>
          </a:bodyPr>
          <a:lstStyle/>
          <a:p>
            <a:pPr algn="ctr"/>
            <a:endParaRPr/>
          </a:p>
        </p:txBody>
      </p:sp>
      <p:sp>
        <p:nvSpPr>
          <p:cNvPr id="64" name="Rounded Rectangle 63">
            <a:extLst>
              <a:ext uri="{FF2B5EF4-FFF2-40B4-BE49-F238E27FC236}">
                <a16:creationId xmlns:a16="http://schemas.microsoft.com/office/drawing/2014/main" id="{CAFFC944-178E-9F42-749B-15DA576BB10E}"/>
              </a:ext>
            </a:extLst>
          </p:cNvPr>
          <p:cNvSpPr/>
          <p:nvPr/>
        </p:nvSpPr>
        <p:spPr>
          <a:xfrm>
            <a:off x="3306489"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ounded Rectangle 64">
            <a:extLst>
              <a:ext uri="{FF2B5EF4-FFF2-40B4-BE49-F238E27FC236}">
                <a16:creationId xmlns:a16="http://schemas.microsoft.com/office/drawing/2014/main" id="{95CE0270-356A-A345-D0AF-F6CE80C5AE33}"/>
              </a:ext>
            </a:extLst>
          </p:cNvPr>
          <p:cNvSpPr/>
          <p:nvPr/>
        </p:nvSpPr>
        <p:spPr>
          <a:xfrm>
            <a:off x="2347685"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6" name="Google Shape;1093;p63">
            <a:extLst>
              <a:ext uri="{FF2B5EF4-FFF2-40B4-BE49-F238E27FC236}">
                <a16:creationId xmlns:a16="http://schemas.microsoft.com/office/drawing/2014/main" id="{FD68348A-BF58-A617-8FAE-B111CA811ACD}"/>
              </a:ext>
              <a:ext uri="{C183D7F6-B498-43B3-948B-1728B52AA6E4}">
                <adec:decorative xmlns:adec="http://schemas.microsoft.com/office/drawing/2017/decorative" val="1"/>
              </a:ext>
            </a:extLst>
          </p:cNvPr>
          <p:cNvGrpSpPr/>
          <p:nvPr/>
        </p:nvGrpSpPr>
        <p:grpSpPr>
          <a:xfrm>
            <a:off x="489502" y="276904"/>
            <a:ext cx="257028" cy="242690"/>
            <a:chOff x="4372769" y="2910304"/>
            <a:chExt cx="56755" cy="52725"/>
          </a:xfrm>
          <a:solidFill>
            <a:schemeClr val="tx1"/>
          </a:solidFill>
        </p:grpSpPr>
        <p:sp>
          <p:nvSpPr>
            <p:cNvPr id="67" name="Google Shape;1094;p63">
              <a:extLst>
                <a:ext uri="{FF2B5EF4-FFF2-40B4-BE49-F238E27FC236}">
                  <a16:creationId xmlns:a16="http://schemas.microsoft.com/office/drawing/2014/main" id="{F8614C18-D695-E3BB-5B20-3BFC9B599570}"/>
                </a:ext>
              </a:extLst>
            </p:cNvPr>
            <p:cNvSpPr/>
            <p:nvPr/>
          </p:nvSpPr>
          <p:spPr>
            <a:xfrm>
              <a:off x="4372769" y="2910304"/>
              <a:ext cx="51900" cy="52725"/>
            </a:xfrm>
            <a:custGeom>
              <a:avLst/>
              <a:gdLst/>
              <a:ahLst/>
              <a:cxnLst/>
              <a:rect l="l" t="t" r="r" b="b"/>
              <a:pathLst>
                <a:path w="2076" h="2109" extrusionOk="0">
                  <a:moveTo>
                    <a:pt x="77" y="0"/>
                  </a:moveTo>
                  <a:cubicBezTo>
                    <a:pt x="34" y="0"/>
                    <a:pt x="1" y="34"/>
                    <a:pt x="1" y="76"/>
                  </a:cubicBezTo>
                  <a:lnTo>
                    <a:pt x="1" y="2033"/>
                  </a:lnTo>
                  <a:cubicBezTo>
                    <a:pt x="1" y="2075"/>
                    <a:pt x="34" y="2109"/>
                    <a:pt x="77" y="2109"/>
                  </a:cubicBezTo>
                  <a:lnTo>
                    <a:pt x="1999" y="2109"/>
                  </a:lnTo>
                  <a:cubicBezTo>
                    <a:pt x="2041" y="2109"/>
                    <a:pt x="2075" y="2075"/>
                    <a:pt x="2075" y="2033"/>
                  </a:cubicBezTo>
                  <a:cubicBezTo>
                    <a:pt x="2075" y="1982"/>
                    <a:pt x="2041" y="1948"/>
                    <a:pt x="1999" y="1948"/>
                  </a:cubicBezTo>
                  <a:lnTo>
                    <a:pt x="152" y="1948"/>
                  </a:lnTo>
                  <a:lnTo>
                    <a:pt x="152" y="76"/>
                  </a:lnTo>
                  <a:cubicBezTo>
                    <a:pt x="152" y="34"/>
                    <a:pt x="119" y="0"/>
                    <a:pt x="77"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sp>
          <p:nvSpPr>
            <p:cNvPr id="68" name="Google Shape;1095;p63">
              <a:extLst>
                <a:ext uri="{FF2B5EF4-FFF2-40B4-BE49-F238E27FC236}">
                  <a16:creationId xmlns:a16="http://schemas.microsoft.com/office/drawing/2014/main" id="{FC4B80D2-C2ED-4EF6-76BC-E053FB59C6B2}"/>
                </a:ext>
              </a:extLst>
            </p:cNvPr>
            <p:cNvSpPr/>
            <p:nvPr/>
          </p:nvSpPr>
          <p:spPr>
            <a:xfrm>
              <a:off x="4381625" y="2922100"/>
              <a:ext cx="47900" cy="25125"/>
            </a:xfrm>
            <a:custGeom>
              <a:avLst/>
              <a:gdLst/>
              <a:ahLst/>
              <a:cxnLst/>
              <a:rect l="l" t="t" r="r" b="b"/>
              <a:pathLst>
                <a:path w="1916" h="1005" extrusionOk="0">
                  <a:moveTo>
                    <a:pt x="1831" y="1"/>
                  </a:moveTo>
                  <a:cubicBezTo>
                    <a:pt x="1810" y="1"/>
                    <a:pt x="1789" y="9"/>
                    <a:pt x="1772" y="26"/>
                  </a:cubicBezTo>
                  <a:lnTo>
                    <a:pt x="1173" y="633"/>
                  </a:lnTo>
                  <a:lnTo>
                    <a:pt x="777" y="237"/>
                  </a:lnTo>
                  <a:cubicBezTo>
                    <a:pt x="764" y="220"/>
                    <a:pt x="745" y="212"/>
                    <a:pt x="725" y="212"/>
                  </a:cubicBezTo>
                  <a:cubicBezTo>
                    <a:pt x="705" y="212"/>
                    <a:pt x="684" y="220"/>
                    <a:pt x="667" y="237"/>
                  </a:cubicBezTo>
                  <a:lnTo>
                    <a:pt x="35" y="869"/>
                  </a:lnTo>
                  <a:cubicBezTo>
                    <a:pt x="1" y="903"/>
                    <a:pt x="1" y="954"/>
                    <a:pt x="35" y="979"/>
                  </a:cubicBezTo>
                  <a:cubicBezTo>
                    <a:pt x="51" y="996"/>
                    <a:pt x="73" y="1004"/>
                    <a:pt x="93" y="1004"/>
                  </a:cubicBezTo>
                  <a:cubicBezTo>
                    <a:pt x="113" y="1004"/>
                    <a:pt x="132" y="996"/>
                    <a:pt x="144" y="979"/>
                  </a:cubicBezTo>
                  <a:lnTo>
                    <a:pt x="726" y="405"/>
                  </a:lnTo>
                  <a:lnTo>
                    <a:pt x="1114" y="793"/>
                  </a:lnTo>
                  <a:cubicBezTo>
                    <a:pt x="1131" y="810"/>
                    <a:pt x="1152" y="819"/>
                    <a:pt x="1172" y="819"/>
                  </a:cubicBezTo>
                  <a:cubicBezTo>
                    <a:pt x="1192" y="819"/>
                    <a:pt x="1211" y="810"/>
                    <a:pt x="1224" y="793"/>
                  </a:cubicBezTo>
                  <a:lnTo>
                    <a:pt x="1890" y="136"/>
                  </a:lnTo>
                  <a:cubicBezTo>
                    <a:pt x="1915" y="110"/>
                    <a:pt x="1915" y="60"/>
                    <a:pt x="1890" y="26"/>
                  </a:cubicBezTo>
                  <a:cubicBezTo>
                    <a:pt x="1873" y="9"/>
                    <a:pt x="1852" y="1"/>
                    <a:pt x="1831"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grpSp>
      <p:sp>
        <p:nvSpPr>
          <p:cNvPr id="69" name="Google Shape;1266;p65">
            <a:extLst>
              <a:ext uri="{FF2B5EF4-FFF2-40B4-BE49-F238E27FC236}">
                <a16:creationId xmlns:a16="http://schemas.microsoft.com/office/drawing/2014/main" id="{6B4591CD-9C12-8DA1-4117-393027CB39F6}"/>
              </a:ext>
            </a:extLst>
          </p:cNvPr>
          <p:cNvSpPr/>
          <p:nvPr/>
        </p:nvSpPr>
        <p:spPr>
          <a:xfrm>
            <a:off x="3406025" y="348631"/>
            <a:ext cx="192542" cy="195814"/>
          </a:xfrm>
          <a:custGeom>
            <a:avLst/>
            <a:gdLst/>
            <a:ahLst/>
            <a:cxnLst/>
            <a:rect l="l" t="t" r="r" b="b"/>
            <a:pathLst>
              <a:path w="1687" h="1688" extrusionOk="0">
                <a:moveTo>
                  <a:pt x="177" y="1"/>
                </a:moveTo>
                <a:cubicBezTo>
                  <a:pt x="76" y="1"/>
                  <a:pt x="0" y="76"/>
                  <a:pt x="0" y="178"/>
                </a:cubicBezTo>
                <a:lnTo>
                  <a:pt x="0" y="1181"/>
                </a:lnTo>
                <a:cubicBezTo>
                  <a:pt x="0" y="1282"/>
                  <a:pt x="76" y="1367"/>
                  <a:pt x="177" y="1367"/>
                </a:cubicBezTo>
                <a:lnTo>
                  <a:pt x="312" y="1367"/>
                </a:lnTo>
                <a:lnTo>
                  <a:pt x="312" y="1527"/>
                </a:lnTo>
                <a:cubicBezTo>
                  <a:pt x="312" y="1611"/>
                  <a:pt x="380" y="1687"/>
                  <a:pt x="464" y="1687"/>
                </a:cubicBezTo>
                <a:cubicBezTo>
                  <a:pt x="506" y="1687"/>
                  <a:pt x="549" y="1670"/>
                  <a:pt x="574" y="1637"/>
                </a:cubicBezTo>
                <a:lnTo>
                  <a:pt x="844" y="1367"/>
                </a:lnTo>
                <a:lnTo>
                  <a:pt x="1501" y="1367"/>
                </a:lnTo>
                <a:cubicBezTo>
                  <a:pt x="1603" y="1367"/>
                  <a:pt x="1687" y="1282"/>
                  <a:pt x="1687" y="1181"/>
                </a:cubicBezTo>
                <a:lnTo>
                  <a:pt x="1687" y="178"/>
                </a:lnTo>
                <a:cubicBezTo>
                  <a:pt x="1687" y="76"/>
                  <a:pt x="1603" y="1"/>
                  <a:pt x="1501" y="1"/>
                </a:cubicBezTo>
                <a:close/>
                <a:moveTo>
                  <a:pt x="152" y="178"/>
                </a:moveTo>
                <a:cubicBezTo>
                  <a:pt x="152" y="169"/>
                  <a:pt x="169" y="152"/>
                  <a:pt x="177" y="152"/>
                </a:cubicBezTo>
                <a:lnTo>
                  <a:pt x="1501" y="152"/>
                </a:lnTo>
                <a:cubicBezTo>
                  <a:pt x="1510" y="152"/>
                  <a:pt x="1527" y="169"/>
                  <a:pt x="1527" y="178"/>
                </a:cubicBezTo>
                <a:lnTo>
                  <a:pt x="1527" y="1181"/>
                </a:lnTo>
                <a:cubicBezTo>
                  <a:pt x="1527" y="1198"/>
                  <a:pt x="1510" y="1206"/>
                  <a:pt x="1501" y="1206"/>
                </a:cubicBezTo>
                <a:lnTo>
                  <a:pt x="810" y="1206"/>
                </a:lnTo>
                <a:cubicBezTo>
                  <a:pt x="793" y="1206"/>
                  <a:pt x="776" y="1215"/>
                  <a:pt x="759" y="1232"/>
                </a:cubicBezTo>
                <a:lnTo>
                  <a:pt x="473" y="1518"/>
                </a:lnTo>
                <a:lnTo>
                  <a:pt x="473" y="1291"/>
                </a:lnTo>
                <a:cubicBezTo>
                  <a:pt x="473" y="1249"/>
                  <a:pt x="439" y="1206"/>
                  <a:pt x="388" y="1206"/>
                </a:cubicBezTo>
                <a:lnTo>
                  <a:pt x="177" y="1206"/>
                </a:lnTo>
                <a:cubicBezTo>
                  <a:pt x="169" y="1206"/>
                  <a:pt x="152" y="1198"/>
                  <a:pt x="152" y="1181"/>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nvGrpSpPr>
          <p:cNvPr id="70" name="Group 69">
            <a:extLst>
              <a:ext uri="{FF2B5EF4-FFF2-40B4-BE49-F238E27FC236}">
                <a16:creationId xmlns:a16="http://schemas.microsoft.com/office/drawing/2014/main" id="{6A393080-8083-1DBE-2B55-28B846BD63AA}"/>
              </a:ext>
            </a:extLst>
          </p:cNvPr>
          <p:cNvGrpSpPr/>
          <p:nvPr/>
        </p:nvGrpSpPr>
        <p:grpSpPr>
          <a:xfrm>
            <a:off x="2413311" y="299200"/>
            <a:ext cx="254222" cy="254222"/>
            <a:chOff x="3097145" y="1017785"/>
            <a:chExt cx="307292" cy="307292"/>
          </a:xfrm>
        </p:grpSpPr>
        <p:sp>
          <p:nvSpPr>
            <p:cNvPr id="71" name="Google Shape;1329;p65">
              <a:extLst>
                <a:ext uri="{FF2B5EF4-FFF2-40B4-BE49-F238E27FC236}">
                  <a16:creationId xmlns:a16="http://schemas.microsoft.com/office/drawing/2014/main" id="{259E1D3C-05CD-2549-862B-29DE4786B2FE}"/>
                </a:ext>
              </a:extLst>
            </p:cNvPr>
            <p:cNvSpPr/>
            <p:nvPr/>
          </p:nvSpPr>
          <p:spPr>
            <a:xfrm>
              <a:off x="3215558" y="1113681"/>
              <a:ext cx="92850" cy="114440"/>
            </a:xfrm>
            <a:custGeom>
              <a:avLst/>
              <a:gdLst/>
              <a:ahLst/>
              <a:cxnLst/>
              <a:rect l="l" t="t" r="r" b="b"/>
              <a:pathLst>
                <a:path w="701" h="864" extrusionOk="0">
                  <a:moveTo>
                    <a:pt x="54" y="0"/>
                  </a:moveTo>
                  <a:cubicBezTo>
                    <a:pt x="27" y="0"/>
                    <a:pt x="0" y="22"/>
                    <a:pt x="0" y="53"/>
                  </a:cubicBezTo>
                  <a:lnTo>
                    <a:pt x="0" y="812"/>
                  </a:lnTo>
                  <a:cubicBezTo>
                    <a:pt x="0" y="842"/>
                    <a:pt x="27" y="864"/>
                    <a:pt x="54" y="864"/>
                  </a:cubicBezTo>
                  <a:cubicBezTo>
                    <a:pt x="65" y="864"/>
                    <a:pt x="75" y="861"/>
                    <a:pt x="84" y="854"/>
                  </a:cubicBezTo>
                  <a:lnTo>
                    <a:pt x="675" y="474"/>
                  </a:lnTo>
                  <a:cubicBezTo>
                    <a:pt x="700" y="458"/>
                    <a:pt x="700" y="407"/>
                    <a:pt x="675" y="390"/>
                  </a:cubicBezTo>
                  <a:lnTo>
                    <a:pt x="84" y="11"/>
                  </a:lnTo>
                  <a:cubicBezTo>
                    <a:pt x="75" y="4"/>
                    <a:pt x="65" y="0"/>
                    <a:pt x="54" y="0"/>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72" name="Google Shape;1330;p65">
              <a:extLst>
                <a:ext uri="{FF2B5EF4-FFF2-40B4-BE49-F238E27FC236}">
                  <a16:creationId xmlns:a16="http://schemas.microsoft.com/office/drawing/2014/main" id="{ED4558D3-6A53-971D-5D0E-2291F04686D6}"/>
                </a:ext>
              </a:extLst>
            </p:cNvPr>
            <p:cNvSpPr/>
            <p:nvPr/>
          </p:nvSpPr>
          <p:spPr>
            <a:xfrm>
              <a:off x="3097145" y="1017785"/>
              <a:ext cx="307292" cy="307292"/>
            </a:xfrm>
            <a:custGeom>
              <a:avLst/>
              <a:gdLst/>
              <a:ahLst/>
              <a:cxnLst/>
              <a:rect l="l" t="t" r="r" b="b"/>
              <a:pathLst>
                <a:path w="2320" h="2320" extrusionOk="0">
                  <a:moveTo>
                    <a:pt x="1164" y="153"/>
                  </a:moveTo>
                  <a:cubicBezTo>
                    <a:pt x="607" y="153"/>
                    <a:pt x="160" y="600"/>
                    <a:pt x="160" y="1156"/>
                  </a:cubicBezTo>
                  <a:cubicBezTo>
                    <a:pt x="160" y="1713"/>
                    <a:pt x="607" y="2160"/>
                    <a:pt x="1164" y="2160"/>
                  </a:cubicBezTo>
                  <a:cubicBezTo>
                    <a:pt x="1712" y="2160"/>
                    <a:pt x="2159" y="1713"/>
                    <a:pt x="2159" y="1156"/>
                  </a:cubicBezTo>
                  <a:cubicBezTo>
                    <a:pt x="2159" y="600"/>
                    <a:pt x="1712" y="153"/>
                    <a:pt x="1164" y="153"/>
                  </a:cubicBezTo>
                  <a:close/>
                  <a:moveTo>
                    <a:pt x="0" y="1156"/>
                  </a:moveTo>
                  <a:cubicBezTo>
                    <a:pt x="0" y="515"/>
                    <a:pt x="523" y="1"/>
                    <a:pt x="1164" y="1"/>
                  </a:cubicBezTo>
                  <a:cubicBezTo>
                    <a:pt x="1796" y="1"/>
                    <a:pt x="2319" y="515"/>
                    <a:pt x="2319" y="1156"/>
                  </a:cubicBezTo>
                  <a:cubicBezTo>
                    <a:pt x="2319" y="1797"/>
                    <a:pt x="1796" y="2320"/>
                    <a:pt x="1164" y="2320"/>
                  </a:cubicBezTo>
                  <a:cubicBezTo>
                    <a:pt x="523" y="2320"/>
                    <a:pt x="0" y="1797"/>
                    <a:pt x="0" y="1156"/>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sp>
        <p:nvSpPr>
          <p:cNvPr id="73" name="Rounded Rectangle 72">
            <a:extLst>
              <a:ext uri="{FF2B5EF4-FFF2-40B4-BE49-F238E27FC236}">
                <a16:creationId xmlns:a16="http://schemas.microsoft.com/office/drawing/2014/main" id="{58FF39DE-EF5E-1A46-1987-14BD4BB3D8D1}"/>
              </a:ext>
            </a:extLst>
          </p:cNvPr>
          <p:cNvSpPr/>
          <p:nvPr/>
        </p:nvSpPr>
        <p:spPr>
          <a:xfrm>
            <a:off x="1351842" y="157300"/>
            <a:ext cx="554006" cy="554016"/>
          </a:xfrm>
          <a:prstGeom prst="roundRect">
            <a:avLst/>
          </a:prstGeom>
          <a:solidFill>
            <a:srgbClr val="6533FE"/>
          </a:solidFill>
          <a:ln w="38100">
            <a:solidFill>
              <a:srgbClr val="6533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Text Placeholder 18">
            <a:extLst>
              <a:ext uri="{FF2B5EF4-FFF2-40B4-BE49-F238E27FC236}">
                <a16:creationId xmlns:a16="http://schemas.microsoft.com/office/drawing/2014/main" id="{071FAFDA-058E-CFBC-F67E-755574D821D9}"/>
              </a:ext>
            </a:extLst>
          </p:cNvPr>
          <p:cNvSpPr txBox="1">
            <a:spLocks/>
          </p:cNvSpPr>
          <p:nvPr/>
        </p:nvSpPr>
        <p:spPr>
          <a:xfrm>
            <a:off x="240840" y="1136046"/>
            <a:ext cx="8136102" cy="613292"/>
          </a:xfrm>
          <a:prstGeom prst="rect">
            <a:avLst/>
          </a:prstGeom>
        </p:spPr>
        <p:txBody>
          <a:bodyPr/>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Aptos"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4000" b="1" dirty="0">
                <a:latin typeface="Aptos" pitchFamily="2" charset="77"/>
                <a:cs typeface="Aptos" pitchFamily="2" charset="77"/>
              </a:rPr>
              <a:t>GitHub Agentic Workflows</a:t>
            </a:r>
          </a:p>
        </p:txBody>
      </p:sp>
      <p:sp>
        <p:nvSpPr>
          <p:cNvPr id="22" name="Rectangle 21">
            <a:extLst>
              <a:ext uri="{FF2B5EF4-FFF2-40B4-BE49-F238E27FC236}">
                <a16:creationId xmlns:a16="http://schemas.microsoft.com/office/drawing/2014/main" id="{B24866DD-7B94-5249-20B3-2D580F8B4129}"/>
              </a:ext>
            </a:extLst>
          </p:cNvPr>
          <p:cNvSpPr/>
          <p:nvPr/>
        </p:nvSpPr>
        <p:spPr>
          <a:xfrm>
            <a:off x="5232959" y="5894880"/>
            <a:ext cx="749597" cy="267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FF2F15F-0C5B-F53A-5342-4CA5EDB9CC8C}"/>
              </a:ext>
            </a:extLst>
          </p:cNvPr>
          <p:cNvSpPr/>
          <p:nvPr/>
        </p:nvSpPr>
        <p:spPr>
          <a:xfrm>
            <a:off x="5359299" y="6028680"/>
            <a:ext cx="749597" cy="267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6C3D4E2-6F9C-28EC-58BD-31757638D9D4}"/>
              </a:ext>
            </a:extLst>
          </p:cNvPr>
          <p:cNvSpPr/>
          <p:nvPr/>
        </p:nvSpPr>
        <p:spPr>
          <a:xfrm>
            <a:off x="5734097" y="5845155"/>
            <a:ext cx="749597" cy="267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descr="A screenshot of a computer&#10;&#10;AI-generated content may be incorrect.">
            <a:extLst>
              <a:ext uri="{FF2B5EF4-FFF2-40B4-BE49-F238E27FC236}">
                <a16:creationId xmlns:a16="http://schemas.microsoft.com/office/drawing/2014/main" id="{2B176A6A-ACAA-06A9-E57F-61638B235D3E}"/>
              </a:ext>
            </a:extLst>
          </p:cNvPr>
          <p:cNvPicPr>
            <a:picLocks noChangeAspect="1"/>
          </p:cNvPicPr>
          <p:nvPr/>
        </p:nvPicPr>
        <p:blipFill>
          <a:blip r:embed="rId3"/>
          <a:stretch>
            <a:fillRect/>
          </a:stretch>
        </p:blipFill>
        <p:spPr>
          <a:xfrm>
            <a:off x="6874820" y="1621765"/>
            <a:ext cx="5257800" cy="4597400"/>
          </a:xfrm>
          <a:prstGeom prst="rect">
            <a:avLst/>
          </a:prstGeom>
        </p:spPr>
      </p:pic>
      <p:grpSp>
        <p:nvGrpSpPr>
          <p:cNvPr id="54" name="Google Shape;1295;p65">
            <a:extLst>
              <a:ext uri="{FF2B5EF4-FFF2-40B4-BE49-F238E27FC236}">
                <a16:creationId xmlns:a16="http://schemas.microsoft.com/office/drawing/2014/main" id="{F9CF8BA5-D11A-4E8C-DD67-B1486B0AFEFE}"/>
              </a:ext>
              <a:ext uri="{C183D7F6-B498-43B3-948B-1728B52AA6E4}">
                <adec:decorative xmlns:adec="http://schemas.microsoft.com/office/drawing/2017/decorative" val="1"/>
              </a:ext>
            </a:extLst>
          </p:cNvPr>
          <p:cNvGrpSpPr/>
          <p:nvPr/>
        </p:nvGrpSpPr>
        <p:grpSpPr>
          <a:xfrm>
            <a:off x="4317560" y="5362828"/>
            <a:ext cx="187962" cy="178865"/>
            <a:chOff x="3351350" y="4936850"/>
            <a:chExt cx="60950" cy="58000"/>
          </a:xfrm>
          <a:solidFill>
            <a:schemeClr val="bg1">
              <a:lumMod val="50000"/>
              <a:lumOff val="50000"/>
            </a:schemeClr>
          </a:solidFill>
        </p:grpSpPr>
        <p:sp>
          <p:nvSpPr>
            <p:cNvPr id="55" name="Google Shape;1296;p65">
              <a:extLst>
                <a:ext uri="{FF2B5EF4-FFF2-40B4-BE49-F238E27FC236}">
                  <a16:creationId xmlns:a16="http://schemas.microsoft.com/office/drawing/2014/main" id="{DE7EC60D-6A06-6C60-3F2F-CE0DCD3DF79E}"/>
                </a:ext>
              </a:extLst>
            </p:cNvPr>
            <p:cNvSpPr/>
            <p:nvPr/>
          </p:nvSpPr>
          <p:spPr>
            <a:xfrm>
              <a:off x="3374950" y="4936850"/>
              <a:ext cx="37350" cy="38175"/>
            </a:xfrm>
            <a:custGeom>
              <a:avLst/>
              <a:gdLst/>
              <a:ahLst/>
              <a:cxnLst/>
              <a:rect l="l" t="t" r="r" b="b"/>
              <a:pathLst>
                <a:path w="1494" h="1527" extrusionOk="0">
                  <a:moveTo>
                    <a:pt x="864" y="0"/>
                  </a:moveTo>
                  <a:cubicBezTo>
                    <a:pt x="717" y="0"/>
                    <a:pt x="570" y="55"/>
                    <a:pt x="456" y="164"/>
                  </a:cubicBezTo>
                  <a:lnTo>
                    <a:pt x="144" y="485"/>
                  </a:lnTo>
                  <a:cubicBezTo>
                    <a:pt x="110" y="519"/>
                    <a:pt x="110" y="569"/>
                    <a:pt x="144" y="595"/>
                  </a:cubicBezTo>
                  <a:cubicBezTo>
                    <a:pt x="157" y="611"/>
                    <a:pt x="176" y="620"/>
                    <a:pt x="196" y="620"/>
                  </a:cubicBezTo>
                  <a:cubicBezTo>
                    <a:pt x="216" y="620"/>
                    <a:pt x="237" y="611"/>
                    <a:pt x="254" y="595"/>
                  </a:cubicBezTo>
                  <a:lnTo>
                    <a:pt x="566" y="283"/>
                  </a:lnTo>
                  <a:cubicBezTo>
                    <a:pt x="646" y="202"/>
                    <a:pt x="753" y="162"/>
                    <a:pt x="861" y="162"/>
                  </a:cubicBezTo>
                  <a:cubicBezTo>
                    <a:pt x="968" y="162"/>
                    <a:pt x="1076" y="202"/>
                    <a:pt x="1156" y="283"/>
                  </a:cubicBezTo>
                  <a:cubicBezTo>
                    <a:pt x="1316" y="443"/>
                    <a:pt x="1316" y="704"/>
                    <a:pt x="1156" y="864"/>
                  </a:cubicBezTo>
                  <a:lnTo>
                    <a:pt x="777" y="1252"/>
                  </a:lnTo>
                  <a:cubicBezTo>
                    <a:pt x="692" y="1332"/>
                    <a:pt x="585" y="1373"/>
                    <a:pt x="478" y="1373"/>
                  </a:cubicBezTo>
                  <a:cubicBezTo>
                    <a:pt x="372" y="1373"/>
                    <a:pt x="266" y="1332"/>
                    <a:pt x="186" y="1252"/>
                  </a:cubicBezTo>
                  <a:cubicBezTo>
                    <a:pt x="178" y="1235"/>
                    <a:pt x="161" y="1227"/>
                    <a:pt x="152" y="1210"/>
                  </a:cubicBezTo>
                  <a:cubicBezTo>
                    <a:pt x="138" y="1191"/>
                    <a:pt x="116" y="1180"/>
                    <a:pt x="93" y="1180"/>
                  </a:cubicBezTo>
                  <a:cubicBezTo>
                    <a:pt x="76" y="1180"/>
                    <a:pt x="58" y="1187"/>
                    <a:pt x="43" y="1202"/>
                  </a:cubicBezTo>
                  <a:cubicBezTo>
                    <a:pt x="9" y="1227"/>
                    <a:pt x="1" y="1278"/>
                    <a:pt x="26" y="1311"/>
                  </a:cubicBezTo>
                  <a:cubicBezTo>
                    <a:pt x="43" y="1328"/>
                    <a:pt x="60" y="1345"/>
                    <a:pt x="77" y="1362"/>
                  </a:cubicBezTo>
                  <a:cubicBezTo>
                    <a:pt x="186" y="1472"/>
                    <a:pt x="332" y="1526"/>
                    <a:pt x="478" y="1526"/>
                  </a:cubicBezTo>
                  <a:cubicBezTo>
                    <a:pt x="625" y="1526"/>
                    <a:pt x="772" y="1472"/>
                    <a:pt x="886" y="1362"/>
                  </a:cubicBezTo>
                  <a:lnTo>
                    <a:pt x="1266" y="982"/>
                  </a:lnTo>
                  <a:cubicBezTo>
                    <a:pt x="1493" y="755"/>
                    <a:pt x="1493" y="392"/>
                    <a:pt x="1266" y="164"/>
                  </a:cubicBezTo>
                  <a:cubicBezTo>
                    <a:pt x="1156" y="55"/>
                    <a:pt x="1011" y="0"/>
                    <a:pt x="864"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56" name="Google Shape;1297;p65">
              <a:extLst>
                <a:ext uri="{FF2B5EF4-FFF2-40B4-BE49-F238E27FC236}">
                  <a16:creationId xmlns:a16="http://schemas.microsoft.com/office/drawing/2014/main" id="{552C7C21-F1D7-C98E-379B-5F8D935CA5A7}"/>
                </a:ext>
              </a:extLst>
            </p:cNvPr>
            <p:cNvSpPr/>
            <p:nvPr/>
          </p:nvSpPr>
          <p:spPr>
            <a:xfrm>
              <a:off x="3351350" y="4956650"/>
              <a:ext cx="37325" cy="38200"/>
            </a:xfrm>
            <a:custGeom>
              <a:avLst/>
              <a:gdLst/>
              <a:ahLst/>
              <a:cxnLst/>
              <a:rect l="l" t="t" r="r" b="b"/>
              <a:pathLst>
                <a:path w="1493" h="1528" extrusionOk="0">
                  <a:moveTo>
                    <a:pt x="1015" y="1"/>
                  </a:moveTo>
                  <a:cubicBezTo>
                    <a:pt x="869" y="1"/>
                    <a:pt x="721" y="56"/>
                    <a:pt x="607" y="165"/>
                  </a:cubicBezTo>
                  <a:lnTo>
                    <a:pt x="228" y="553"/>
                  </a:lnTo>
                  <a:cubicBezTo>
                    <a:pt x="0" y="772"/>
                    <a:pt x="0" y="1135"/>
                    <a:pt x="228" y="1363"/>
                  </a:cubicBezTo>
                  <a:cubicBezTo>
                    <a:pt x="338" y="1472"/>
                    <a:pt x="483" y="1527"/>
                    <a:pt x="630" y="1527"/>
                  </a:cubicBezTo>
                  <a:cubicBezTo>
                    <a:pt x="776" y="1527"/>
                    <a:pt x="924" y="1472"/>
                    <a:pt x="1037" y="1363"/>
                  </a:cubicBezTo>
                  <a:lnTo>
                    <a:pt x="1358" y="1042"/>
                  </a:lnTo>
                  <a:cubicBezTo>
                    <a:pt x="1383" y="1008"/>
                    <a:pt x="1383" y="966"/>
                    <a:pt x="1358" y="933"/>
                  </a:cubicBezTo>
                  <a:cubicBezTo>
                    <a:pt x="1341" y="916"/>
                    <a:pt x="1320" y="907"/>
                    <a:pt x="1299" y="907"/>
                  </a:cubicBezTo>
                  <a:cubicBezTo>
                    <a:pt x="1278" y="907"/>
                    <a:pt x="1257" y="916"/>
                    <a:pt x="1240" y="933"/>
                  </a:cubicBezTo>
                  <a:lnTo>
                    <a:pt x="928" y="1245"/>
                  </a:lnTo>
                  <a:cubicBezTo>
                    <a:pt x="848" y="1329"/>
                    <a:pt x="740" y="1371"/>
                    <a:pt x="633" y="1371"/>
                  </a:cubicBezTo>
                  <a:cubicBezTo>
                    <a:pt x="525" y="1371"/>
                    <a:pt x="418" y="1329"/>
                    <a:pt x="338" y="1245"/>
                  </a:cubicBezTo>
                  <a:cubicBezTo>
                    <a:pt x="177" y="1084"/>
                    <a:pt x="177" y="823"/>
                    <a:pt x="338" y="663"/>
                  </a:cubicBezTo>
                  <a:lnTo>
                    <a:pt x="725" y="275"/>
                  </a:lnTo>
                  <a:cubicBezTo>
                    <a:pt x="806" y="195"/>
                    <a:pt x="911" y="155"/>
                    <a:pt x="1016" y="155"/>
                  </a:cubicBezTo>
                  <a:cubicBezTo>
                    <a:pt x="1122" y="155"/>
                    <a:pt x="1227" y="195"/>
                    <a:pt x="1307" y="275"/>
                  </a:cubicBezTo>
                  <a:cubicBezTo>
                    <a:pt x="1324" y="292"/>
                    <a:pt x="1333" y="300"/>
                    <a:pt x="1341" y="317"/>
                  </a:cubicBezTo>
                  <a:cubicBezTo>
                    <a:pt x="1355" y="336"/>
                    <a:pt x="1377" y="347"/>
                    <a:pt x="1400" y="347"/>
                  </a:cubicBezTo>
                  <a:cubicBezTo>
                    <a:pt x="1418" y="347"/>
                    <a:pt x="1436" y="340"/>
                    <a:pt x="1451" y="325"/>
                  </a:cubicBezTo>
                  <a:cubicBezTo>
                    <a:pt x="1484" y="300"/>
                    <a:pt x="1493" y="250"/>
                    <a:pt x="1468" y="216"/>
                  </a:cubicBezTo>
                  <a:cubicBezTo>
                    <a:pt x="1451" y="199"/>
                    <a:pt x="1434" y="182"/>
                    <a:pt x="1417" y="165"/>
                  </a:cubicBezTo>
                  <a:cubicBezTo>
                    <a:pt x="1307" y="56"/>
                    <a:pt x="1162" y="1"/>
                    <a:pt x="1015"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sp>
        <p:nvSpPr>
          <p:cNvPr id="57" name="Rectangle 56">
            <a:hlinkClick r:id="rId4"/>
            <a:extLst>
              <a:ext uri="{FF2B5EF4-FFF2-40B4-BE49-F238E27FC236}">
                <a16:creationId xmlns:a16="http://schemas.microsoft.com/office/drawing/2014/main" id="{9B97F25E-27DF-C0FD-F0AE-6003BEB1794C}"/>
              </a:ext>
            </a:extLst>
          </p:cNvPr>
          <p:cNvSpPr/>
          <p:nvPr/>
        </p:nvSpPr>
        <p:spPr>
          <a:xfrm>
            <a:off x="748029" y="5337785"/>
            <a:ext cx="3830272" cy="191429"/>
          </a:xfrm>
          <a:prstGeom prst="rect">
            <a:avLst/>
          </a:prstGeom>
          <a:noFill/>
          <a:ln>
            <a:solidFill>
              <a:schemeClr val="accent1">
                <a:shade val="1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61B20FBC-25BD-6792-EA8B-213C6D79A765}"/>
              </a:ext>
            </a:extLst>
          </p:cNvPr>
          <p:cNvPicPr>
            <a:picLocks noChangeAspect="1"/>
          </p:cNvPicPr>
          <p:nvPr/>
        </p:nvPicPr>
        <p:blipFill>
          <a:blip r:embed="rId5"/>
          <a:stretch>
            <a:fillRect/>
          </a:stretch>
        </p:blipFill>
        <p:spPr>
          <a:xfrm>
            <a:off x="1400522" y="200430"/>
            <a:ext cx="459040" cy="459040"/>
          </a:xfrm>
          <a:prstGeom prst="rect">
            <a:avLst/>
          </a:prstGeom>
        </p:spPr>
      </p:pic>
      <p:sp>
        <p:nvSpPr>
          <p:cNvPr id="3" name="Text Placeholder 23">
            <a:extLst>
              <a:ext uri="{FF2B5EF4-FFF2-40B4-BE49-F238E27FC236}">
                <a16:creationId xmlns:a16="http://schemas.microsoft.com/office/drawing/2014/main" id="{3FC750E1-6717-E33D-815C-61F121EFD06D}"/>
              </a:ext>
            </a:extLst>
          </p:cNvPr>
          <p:cNvSpPr txBox="1">
            <a:spLocks/>
          </p:cNvSpPr>
          <p:nvPr/>
        </p:nvSpPr>
        <p:spPr>
          <a:xfrm>
            <a:off x="9844318" y="204905"/>
            <a:ext cx="2301494" cy="333021"/>
          </a:xfrm>
          <a:prstGeom prst="rect">
            <a:avLst/>
          </a:prstGeom>
          <a:noFill/>
          <a:ln w="19050" cap="flat" cmpd="sng">
            <a:noFill/>
            <a:prstDash val="solid"/>
            <a:round/>
            <a:headEnd type="none" w="sm" len="sm"/>
            <a:tailEnd type="none" w="sm" len="sm"/>
          </a:ln>
          <a:effectLst/>
        </p:spPr>
        <p:txBody>
          <a:bodyPr lIns="0" tIns="0" rIns="0" bIns="0" anchor="t" anchorCtr="0">
            <a:noAutofit/>
          </a:bodyPr>
          <a:lstStyle>
            <a:lvl1pPr marL="0" indent="0" algn="l" defTabSz="914049" rtl="0" eaLnBrk="1" latinLnBrk="0" hangingPunct="1">
              <a:lnSpc>
                <a:spcPct val="90000"/>
              </a:lnSpc>
              <a:spcBef>
                <a:spcPts val="1000"/>
              </a:spcBef>
              <a:buFont typeface="Arial" panose="020B0604020202020204" pitchFamily="34" charset="0"/>
              <a:buNone/>
              <a:defRPr sz="1400" b="0" i="0" kern="1200" cap="all" baseline="0">
                <a:solidFill>
                  <a:schemeClr val="bg2"/>
                </a:solidFill>
                <a:latin typeface="Consolas" pitchFamily="2" charset="77"/>
                <a:ea typeface="+mn-ea"/>
                <a:cs typeface="Consolas" pitchFamily="2" charset="77"/>
              </a:defRPr>
            </a:lvl1pPr>
            <a:lvl2pPr marL="457024"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04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073"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09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3635"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66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686"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71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TECHNICAL PREVIEW</a:t>
            </a:r>
          </a:p>
        </p:txBody>
      </p:sp>
    </p:spTree>
    <p:extLst>
      <p:ext uri="{BB962C8B-B14F-4D97-AF65-F5344CB8AC3E}">
        <p14:creationId xmlns:p14="http://schemas.microsoft.com/office/powerpoint/2010/main" val="698934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28238-64FF-3E33-6B59-DDC2B21F383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695AE27-7528-366F-3883-9192917BF0DB}"/>
              </a:ext>
            </a:extLst>
          </p:cNvPr>
          <p:cNvSpPr>
            <a:spLocks noGrp="1"/>
          </p:cNvSpPr>
          <p:nvPr>
            <p:ph type="sldNum" sz="quarter" idx="37"/>
          </p:nvPr>
        </p:nvSpPr>
        <p:spPr>
          <a:xfrm>
            <a:off x="9409515" y="6565902"/>
            <a:ext cx="2741613" cy="237463"/>
          </a:xfrm>
          <a:prstGeom prst="rect">
            <a:avLst/>
          </a:prstGeom>
        </p:spPr>
        <p:txBody>
          <a:bodyPr vert="horz" lIns="91440" tIns="45720" rIns="91440" bIns="45720" rtlCol="0" anchor="ctr"/>
          <a:lstStyle>
            <a:defPPr>
              <a:defRPr lang="en-US"/>
            </a:defPPr>
            <a:lvl1pPr marL="0" algn="r" defTabSz="914080" rtl="0" eaLnBrk="1" latinLnBrk="0" hangingPunct="1">
              <a:defRPr sz="1200" kern="1200">
                <a:solidFill>
                  <a:schemeClr val="tx1">
                    <a:tint val="82000"/>
                  </a:schemeClr>
                </a:solidFill>
                <a:latin typeface="+mn-lt"/>
                <a:ea typeface="+mn-ea"/>
                <a:cs typeface="+mn-cs"/>
              </a:defRPr>
            </a:lvl1pPr>
            <a:lvl2pPr marL="457040" algn="l" defTabSz="914080" rtl="0" eaLnBrk="1" latinLnBrk="0" hangingPunct="1">
              <a:defRPr sz="1799" kern="1200">
                <a:solidFill>
                  <a:schemeClr val="tx1"/>
                </a:solidFill>
                <a:latin typeface="+mn-lt"/>
                <a:ea typeface="+mn-ea"/>
                <a:cs typeface="+mn-cs"/>
              </a:defRPr>
            </a:lvl2pPr>
            <a:lvl3pPr marL="914080" algn="l" defTabSz="914080" rtl="0" eaLnBrk="1" latinLnBrk="0" hangingPunct="1">
              <a:defRPr sz="1799" kern="1200">
                <a:solidFill>
                  <a:schemeClr val="tx1"/>
                </a:solidFill>
                <a:latin typeface="+mn-lt"/>
                <a:ea typeface="+mn-ea"/>
                <a:cs typeface="+mn-cs"/>
              </a:defRPr>
            </a:lvl3pPr>
            <a:lvl4pPr marL="1371120" algn="l" defTabSz="914080" rtl="0" eaLnBrk="1" latinLnBrk="0" hangingPunct="1">
              <a:defRPr sz="1799" kern="1200">
                <a:solidFill>
                  <a:schemeClr val="tx1"/>
                </a:solidFill>
                <a:latin typeface="+mn-lt"/>
                <a:ea typeface="+mn-ea"/>
                <a:cs typeface="+mn-cs"/>
              </a:defRPr>
            </a:lvl4pPr>
            <a:lvl5pPr marL="1828160" algn="l" defTabSz="914080" rtl="0" eaLnBrk="1" latinLnBrk="0" hangingPunct="1">
              <a:defRPr sz="1799" kern="1200">
                <a:solidFill>
                  <a:schemeClr val="tx1"/>
                </a:solidFill>
                <a:latin typeface="+mn-lt"/>
                <a:ea typeface="+mn-ea"/>
                <a:cs typeface="+mn-cs"/>
              </a:defRPr>
            </a:lvl5pPr>
            <a:lvl6pPr marL="2285200" algn="l" defTabSz="914080" rtl="0" eaLnBrk="1" latinLnBrk="0" hangingPunct="1">
              <a:defRPr sz="1799" kern="1200">
                <a:solidFill>
                  <a:schemeClr val="tx1"/>
                </a:solidFill>
                <a:latin typeface="+mn-lt"/>
                <a:ea typeface="+mn-ea"/>
                <a:cs typeface="+mn-cs"/>
              </a:defRPr>
            </a:lvl6pPr>
            <a:lvl7pPr marL="2742240" algn="l" defTabSz="914080" rtl="0" eaLnBrk="1" latinLnBrk="0" hangingPunct="1">
              <a:defRPr sz="1799" kern="1200">
                <a:solidFill>
                  <a:schemeClr val="tx1"/>
                </a:solidFill>
                <a:latin typeface="+mn-lt"/>
                <a:ea typeface="+mn-ea"/>
                <a:cs typeface="+mn-cs"/>
              </a:defRPr>
            </a:lvl7pPr>
            <a:lvl8pPr marL="3199280" algn="l" defTabSz="914080" rtl="0" eaLnBrk="1" latinLnBrk="0" hangingPunct="1">
              <a:defRPr sz="1799" kern="1200">
                <a:solidFill>
                  <a:schemeClr val="tx1"/>
                </a:solidFill>
                <a:latin typeface="+mn-lt"/>
                <a:ea typeface="+mn-ea"/>
                <a:cs typeface="+mn-cs"/>
              </a:defRPr>
            </a:lvl8pPr>
            <a:lvl9pPr marL="3656320" algn="l" defTabSz="914080" rtl="0" eaLnBrk="1" latinLnBrk="0" hangingPunct="1">
              <a:defRPr sz="1799" kern="1200">
                <a:solidFill>
                  <a:schemeClr val="tx1"/>
                </a:solidFill>
                <a:latin typeface="+mn-lt"/>
                <a:ea typeface="+mn-ea"/>
                <a:cs typeface="+mn-cs"/>
              </a:defRPr>
            </a:lvl9pPr>
          </a:lstStyle>
          <a:p>
            <a:fld id="{33B31415-8031-C145-812D-7EC4C965D339}" type="slidenum">
              <a:rPr lang="en-US" smtClean="0"/>
              <a:pPr/>
              <a:t>6</a:t>
            </a:fld>
            <a:endParaRPr lang="en-US"/>
          </a:p>
        </p:txBody>
      </p:sp>
      <p:sp>
        <p:nvSpPr>
          <p:cNvPr id="5" name="TextBox 4">
            <a:extLst>
              <a:ext uri="{FF2B5EF4-FFF2-40B4-BE49-F238E27FC236}">
                <a16:creationId xmlns:a16="http://schemas.microsoft.com/office/drawing/2014/main" id="{30FAD9FC-3A3F-5142-37EA-966BBEE88B8E}"/>
              </a:ext>
            </a:extLst>
          </p:cNvPr>
          <p:cNvSpPr txBox="1"/>
          <p:nvPr/>
        </p:nvSpPr>
        <p:spPr>
          <a:xfrm>
            <a:off x="261794" y="1999253"/>
            <a:ext cx="10944606" cy="4570097"/>
          </a:xfrm>
          <a:prstGeom prst="rect">
            <a:avLst/>
          </a:prstGeom>
          <a:noFill/>
        </p:spPr>
        <p:txBody>
          <a:bodyPr wrap="square">
            <a:spAutoFit/>
          </a:bodyPr>
          <a:lstStyle/>
          <a:p>
            <a:r>
              <a:rPr lang="fr-FR" sz="2199" dirty="0">
                <a:latin typeface="Aptos" pitchFamily="2" charset="77"/>
                <a:cs typeface="Aptos" pitchFamily="2" charset="77"/>
              </a:rPr>
              <a:t>Utilisez les </a:t>
            </a:r>
            <a:r>
              <a:rPr lang="fr-FR" sz="2199" dirty="0" err="1">
                <a:latin typeface="Aptos" pitchFamily="2" charset="77"/>
                <a:cs typeface="Aptos" pitchFamily="2" charset="77"/>
              </a:rPr>
              <a:t>frontmatter</a:t>
            </a:r>
            <a:r>
              <a:rPr lang="fr-FR" sz="2199" dirty="0">
                <a:latin typeface="Aptos" pitchFamily="2" charset="77"/>
                <a:cs typeface="Aptos" pitchFamily="2" charset="77"/>
              </a:rPr>
              <a:t> pour définir quand un workflow s'exécute et quelles données il est autorisé à lire et à écrire.</a:t>
            </a:r>
          </a:p>
          <a:p>
            <a:endParaRPr lang="en-US" sz="2199" dirty="0">
              <a:latin typeface="Aptos" pitchFamily="2" charset="77"/>
              <a:cs typeface="Aptos" pitchFamily="2" charset="77"/>
            </a:endParaRPr>
          </a:p>
          <a:p>
            <a:r>
              <a:rPr lang="en-US" sz="2000" dirty="0" err="1">
                <a:latin typeface="Aptos" pitchFamily="2" charset="77"/>
                <a:cs typeface="Aptos" pitchFamily="2" charset="77"/>
              </a:rPr>
              <a:t>Obligatoire</a:t>
            </a:r>
            <a:r>
              <a:rPr lang="en-US" sz="2000" dirty="0">
                <a:latin typeface="Aptos" pitchFamily="2" charset="77"/>
                <a:cs typeface="Aptos" pitchFamily="2" charset="77"/>
              </a:rPr>
              <a:t> : </a:t>
            </a:r>
            <a:br>
              <a:rPr lang="en-US" sz="2000" dirty="0">
                <a:latin typeface="Aptos" pitchFamily="2" charset="77"/>
                <a:cs typeface="Aptos" pitchFamily="2" charset="77"/>
              </a:rPr>
            </a:br>
            <a:br>
              <a:rPr lang="en-US" sz="500" dirty="0">
                <a:latin typeface="Aptos" pitchFamily="2" charset="77"/>
                <a:cs typeface="Aptos" pitchFamily="2" charset="77"/>
              </a:rPr>
            </a:br>
            <a:r>
              <a:rPr lang="en-US" sz="500" dirty="0">
                <a:latin typeface="Aptos" pitchFamily="2" charset="77"/>
                <a:cs typeface="Aptos" pitchFamily="2" charset="77"/>
              </a:rPr>
              <a:t>            </a:t>
            </a:r>
            <a:r>
              <a:rPr lang="en-US" sz="1600" dirty="0">
                <a:solidFill>
                  <a:schemeClr val="bg1">
                    <a:lumMod val="50000"/>
                    <a:lumOff val="50000"/>
                  </a:schemeClr>
                </a:solidFill>
                <a:latin typeface="Aptos" pitchFamily="2" charset="77"/>
                <a:cs typeface="Aptos" pitchFamily="2" charset="77"/>
              </a:rPr>
              <a:t>Trigger configuration:</a:t>
            </a:r>
            <a:r>
              <a:rPr lang="en-US" sz="1600" dirty="0">
                <a:solidFill>
                  <a:srgbClr val="4985B7"/>
                </a:solidFill>
                <a:latin typeface="Aptos" pitchFamily="2" charset="77"/>
                <a:cs typeface="Aptos" pitchFamily="2" charset="77"/>
              </a:rPr>
              <a:t> </a:t>
            </a:r>
            <a:r>
              <a:rPr lang="en-US" sz="1400" dirty="0">
                <a:solidFill>
                  <a:srgbClr val="4985B7"/>
                </a:solidFill>
                <a:latin typeface="Consolas" pitchFamily="2" charset="77"/>
                <a:cs typeface="Consolas" pitchFamily="2" charset="77"/>
              </a:rPr>
              <a:t>on</a:t>
            </a:r>
            <a:br>
              <a:rPr lang="en-US" sz="1600" dirty="0">
                <a:solidFill>
                  <a:srgbClr val="0070C0"/>
                </a:solidFill>
                <a:latin typeface="Aptos" pitchFamily="2" charset="77"/>
                <a:cs typeface="Aptos" pitchFamily="2" charset="77"/>
              </a:rPr>
            </a:br>
            <a:endParaRPr lang="en-US" sz="1600" dirty="0">
              <a:solidFill>
                <a:srgbClr val="0070C0"/>
              </a:solidFill>
              <a:latin typeface="Aptos" pitchFamily="2" charset="77"/>
              <a:cs typeface="Aptos" pitchFamily="2" charset="77"/>
            </a:endParaRPr>
          </a:p>
          <a:p>
            <a:r>
              <a:rPr lang="en-US" sz="2000" dirty="0" err="1">
                <a:latin typeface="Aptos" pitchFamily="2" charset="77"/>
                <a:cs typeface="Aptos" pitchFamily="2" charset="77"/>
              </a:rPr>
              <a:t>Optionnelle</a:t>
            </a:r>
            <a:r>
              <a:rPr lang="en-US" sz="2000" dirty="0">
                <a:latin typeface="Aptos" pitchFamily="2" charset="77"/>
                <a:cs typeface="Aptos" pitchFamily="2" charset="77"/>
              </a:rPr>
              <a:t> :</a:t>
            </a:r>
            <a:br>
              <a:rPr lang="en-US" sz="2000" dirty="0">
                <a:latin typeface="Aptos" pitchFamily="2" charset="77"/>
                <a:cs typeface="Aptos" pitchFamily="2" charset="77"/>
              </a:rPr>
            </a:br>
            <a:br>
              <a:rPr lang="en-US" sz="500" dirty="0">
                <a:latin typeface="Aptos" pitchFamily="2" charset="77"/>
                <a:cs typeface="Aptos" pitchFamily="2" charset="77"/>
              </a:rPr>
            </a:br>
            <a:endParaRPr lang="en-US" sz="500" dirty="0">
              <a:latin typeface="Aptos" pitchFamily="2" charset="77"/>
              <a:cs typeface="Aptos" pitchFamily="2" charset="77"/>
            </a:endParaRPr>
          </a:p>
          <a:p>
            <a:pPr marL="285750" indent="-285750">
              <a:buFont typeface="Arial" panose="020B0604020202020204" pitchFamily="34" charset="0"/>
              <a:buChar char="•"/>
            </a:pPr>
            <a:r>
              <a:rPr lang="en-US" sz="1600" dirty="0">
                <a:solidFill>
                  <a:schemeClr val="bg1">
                    <a:lumMod val="50000"/>
                    <a:lumOff val="50000"/>
                  </a:schemeClr>
                </a:solidFill>
                <a:latin typeface="Aptos" pitchFamily="2" charset="77"/>
                <a:cs typeface="Aptos" pitchFamily="2" charset="77"/>
              </a:rPr>
              <a:t>AI configuration: </a:t>
            </a:r>
            <a:r>
              <a:rPr lang="en-US" sz="1400" dirty="0">
                <a:solidFill>
                  <a:srgbClr val="4985B7"/>
                </a:solidFill>
                <a:latin typeface="Consolas" pitchFamily="2" charset="77"/>
                <a:cs typeface="Consolas" pitchFamily="2" charset="77"/>
              </a:rPr>
              <a:t>engine</a:t>
            </a:r>
            <a:endParaRPr lang="en-US" sz="1400" dirty="0">
              <a:solidFill>
                <a:schemeClr val="bg1">
                  <a:lumMod val="50000"/>
                  <a:lumOff val="50000"/>
                </a:schemeClr>
              </a:solidFill>
              <a:latin typeface="Consolas" pitchFamily="2" charset="77"/>
              <a:cs typeface="Consolas" pitchFamily="2" charset="77"/>
            </a:endParaRPr>
          </a:p>
          <a:p>
            <a:pPr marL="285750" indent="-285750">
              <a:buFont typeface="Arial" panose="020B0604020202020204" pitchFamily="34" charset="0"/>
              <a:buChar char="•"/>
            </a:pPr>
            <a:r>
              <a:rPr lang="en-US" sz="1600" dirty="0">
                <a:solidFill>
                  <a:schemeClr val="bg1">
                    <a:lumMod val="50000"/>
                    <a:lumOff val="50000"/>
                  </a:schemeClr>
                </a:solidFill>
                <a:latin typeface="Aptos" pitchFamily="2" charset="77"/>
                <a:cs typeface="Aptos" pitchFamily="2" charset="77"/>
              </a:rPr>
              <a:t>Execution</a:t>
            </a:r>
            <a:r>
              <a:rPr lang="en-US" sz="1600" dirty="0">
                <a:solidFill>
                  <a:schemeClr val="bg1">
                    <a:lumMod val="50000"/>
                    <a:lumOff val="50000"/>
                  </a:schemeClr>
                </a:solidFill>
                <a:latin typeface="Consolas" pitchFamily="2" charset="77"/>
                <a:cs typeface="Consolas" pitchFamily="2" charset="77"/>
              </a:rPr>
              <a:t>: </a:t>
            </a:r>
            <a:r>
              <a:rPr lang="en-US" sz="1400" dirty="0">
                <a:solidFill>
                  <a:srgbClr val="4985B7"/>
                </a:solidFill>
                <a:latin typeface="Consolas" pitchFamily="2" charset="77"/>
                <a:cs typeface="Consolas" pitchFamily="2" charset="77"/>
              </a:rPr>
              <a:t>jobs, concurrency, if</a:t>
            </a:r>
          </a:p>
          <a:p>
            <a:pPr marL="285750" indent="-285750">
              <a:buFont typeface="Arial" panose="020B0604020202020204" pitchFamily="34" charset="0"/>
              <a:buChar char="•"/>
            </a:pPr>
            <a:r>
              <a:rPr lang="en-US" sz="1600" dirty="0">
                <a:solidFill>
                  <a:schemeClr val="bg1">
                    <a:lumMod val="50000"/>
                    <a:lumOff val="50000"/>
                  </a:schemeClr>
                </a:solidFill>
                <a:latin typeface="Aptos" pitchFamily="2" charset="77"/>
                <a:cs typeface="Aptos" pitchFamily="2" charset="77"/>
              </a:rPr>
              <a:t>Capabilities: </a:t>
            </a:r>
            <a:r>
              <a:rPr lang="en-US" sz="1400" dirty="0">
                <a:solidFill>
                  <a:srgbClr val="4985B7"/>
                </a:solidFill>
                <a:latin typeface="Consolas" pitchFamily="2" charset="77"/>
                <a:cs typeface="Consolas" pitchFamily="2" charset="77"/>
              </a:rPr>
              <a:t>tools, imports, env</a:t>
            </a:r>
            <a:endParaRPr lang="en-US" sz="1400" dirty="0">
              <a:solidFill>
                <a:srgbClr val="0070C0"/>
              </a:solidFill>
              <a:latin typeface="Consolas" pitchFamily="2" charset="77"/>
              <a:cs typeface="Consolas" pitchFamily="2" charset="77"/>
            </a:endParaRPr>
          </a:p>
          <a:p>
            <a:pPr marL="285750" indent="-285750">
              <a:buFont typeface="Arial" panose="020B0604020202020204" pitchFamily="34" charset="0"/>
              <a:buChar char="•"/>
            </a:pPr>
            <a:r>
              <a:rPr lang="en-US" sz="1600" dirty="0">
                <a:solidFill>
                  <a:schemeClr val="bg1">
                    <a:lumMod val="50000"/>
                    <a:lumOff val="50000"/>
                  </a:schemeClr>
                </a:solidFill>
                <a:latin typeface="Aptos" pitchFamily="2" charset="77"/>
                <a:cs typeface="Aptos" pitchFamily="2" charset="77"/>
              </a:rPr>
              <a:t>Metadata: </a:t>
            </a:r>
            <a:r>
              <a:rPr lang="en-US" sz="1400" dirty="0">
                <a:solidFill>
                  <a:srgbClr val="4985B7"/>
                </a:solidFill>
                <a:latin typeface="Consolas" pitchFamily="2" charset="77"/>
                <a:cs typeface="Consolas" pitchFamily="2" charset="77"/>
              </a:rPr>
              <a:t>name, description, label, source</a:t>
            </a:r>
            <a:endParaRPr lang="en-US" sz="1400" dirty="0">
              <a:solidFill>
                <a:srgbClr val="0070C0"/>
              </a:solidFill>
              <a:latin typeface="Consolas" pitchFamily="2" charset="77"/>
              <a:cs typeface="Consolas" pitchFamily="2" charset="77"/>
            </a:endParaRPr>
          </a:p>
          <a:p>
            <a:pPr marL="285750" indent="-285750">
              <a:buFont typeface="Arial" panose="020B0604020202020204" pitchFamily="34" charset="0"/>
              <a:buChar char="•"/>
            </a:pPr>
            <a:r>
              <a:rPr lang="en-US" sz="1600" dirty="0">
                <a:solidFill>
                  <a:schemeClr val="bg1">
                    <a:lumMod val="50000"/>
                    <a:lumOff val="50000"/>
                  </a:schemeClr>
                </a:solidFill>
                <a:latin typeface="Aptos" pitchFamily="2" charset="77"/>
                <a:cs typeface="Aptos" pitchFamily="2" charset="77"/>
              </a:rPr>
              <a:t>Security &amp; Access:</a:t>
            </a:r>
            <a:r>
              <a:rPr lang="en-US" sz="1600" dirty="0">
                <a:solidFill>
                  <a:srgbClr val="4985B7"/>
                </a:solidFill>
                <a:latin typeface="Aptos" pitchFamily="2" charset="77"/>
                <a:cs typeface="Aptos" pitchFamily="2" charset="77"/>
              </a:rPr>
              <a:t> </a:t>
            </a:r>
            <a:r>
              <a:rPr lang="en-US" sz="1400" dirty="0">
                <a:solidFill>
                  <a:srgbClr val="4985B7"/>
                </a:solidFill>
                <a:latin typeface="Consolas" pitchFamily="2" charset="77"/>
                <a:cs typeface="Consolas" pitchFamily="2" charset="77"/>
              </a:rPr>
              <a:t>permissions, network, safe-outputs</a:t>
            </a:r>
            <a:endParaRPr lang="en-US" sz="1400" dirty="0">
              <a:solidFill>
                <a:schemeClr val="bg1">
                  <a:lumMod val="50000"/>
                  <a:lumOff val="50000"/>
                </a:schemeClr>
              </a:solidFill>
              <a:latin typeface="Consolas" pitchFamily="2" charset="77"/>
              <a:cs typeface="Consolas" pitchFamily="2" charset="77"/>
            </a:endParaRPr>
          </a:p>
          <a:p>
            <a:pPr marL="285750" indent="-285750">
              <a:buFont typeface="Arial" panose="020B0604020202020204" pitchFamily="34" charset="0"/>
              <a:buChar char="•"/>
            </a:pPr>
            <a:r>
              <a:rPr lang="en-US" sz="1600" dirty="0">
                <a:solidFill>
                  <a:schemeClr val="bg1">
                    <a:lumMod val="50000"/>
                    <a:lumOff val="50000"/>
                  </a:schemeClr>
                </a:solidFill>
                <a:latin typeface="Aptos" pitchFamily="2" charset="77"/>
                <a:cs typeface="Aptos" pitchFamily="2" charset="77"/>
              </a:rPr>
              <a:t>Runtime: </a:t>
            </a:r>
            <a:r>
              <a:rPr lang="en-US" sz="1400" dirty="0">
                <a:solidFill>
                  <a:srgbClr val="4985B7"/>
                </a:solidFill>
                <a:latin typeface="Consolas" pitchFamily="2" charset="77"/>
                <a:cs typeface="Consolas" pitchFamily="2" charset="77"/>
              </a:rPr>
              <a:t>runs-on, timeout-minutes, environment</a:t>
            </a:r>
          </a:p>
          <a:p>
            <a:br>
              <a:rPr lang="fr-FR" sz="1400" dirty="0">
                <a:solidFill>
                  <a:srgbClr val="4985B7"/>
                </a:solidFill>
                <a:latin typeface="Aptos" pitchFamily="2" charset="77"/>
                <a:cs typeface="Aptos" pitchFamily="2" charset="77"/>
              </a:rPr>
            </a:br>
            <a:r>
              <a:rPr lang="fr-FR" sz="1400" dirty="0">
                <a:solidFill>
                  <a:srgbClr val="4985B7"/>
                </a:solidFill>
                <a:latin typeface="Aptos" pitchFamily="2" charset="77"/>
                <a:cs typeface="Aptos" pitchFamily="2" charset="77"/>
              </a:rPr>
              <a:t>Consultez la documentation pour obtenir une référence complète sur</a:t>
            </a:r>
          </a:p>
          <a:p>
            <a:r>
              <a:rPr lang="fr-FR" sz="1400" dirty="0">
                <a:solidFill>
                  <a:srgbClr val="4985B7"/>
                </a:solidFill>
                <a:latin typeface="Aptos" pitchFamily="2" charset="77"/>
                <a:cs typeface="Aptos" pitchFamily="2" charset="77"/>
              </a:rPr>
              <a:t> le </a:t>
            </a:r>
            <a:r>
              <a:rPr lang="fr-FR" sz="1400" dirty="0" err="1">
                <a:solidFill>
                  <a:srgbClr val="4985B7"/>
                </a:solidFill>
                <a:latin typeface="Aptos" pitchFamily="2" charset="77"/>
                <a:cs typeface="Aptos" pitchFamily="2" charset="77"/>
              </a:rPr>
              <a:t>frontmatter</a:t>
            </a:r>
            <a:r>
              <a:rPr lang="fr-FR" sz="1400" dirty="0">
                <a:solidFill>
                  <a:srgbClr val="4985B7"/>
                </a:solidFill>
                <a:latin typeface="Aptos" pitchFamily="2" charset="77"/>
                <a:cs typeface="Aptos" pitchFamily="2" charset="77"/>
              </a:rPr>
              <a:t>. </a:t>
            </a:r>
            <a:endParaRPr lang="en-US" sz="1400" dirty="0">
              <a:latin typeface="Aptos" pitchFamily="2" charset="77"/>
              <a:cs typeface="Aptos" pitchFamily="2" charset="77"/>
            </a:endParaRPr>
          </a:p>
        </p:txBody>
      </p:sp>
      <p:sp>
        <p:nvSpPr>
          <p:cNvPr id="61" name="Google Shape;1420;p105">
            <a:extLst>
              <a:ext uri="{FF2B5EF4-FFF2-40B4-BE49-F238E27FC236}">
                <a16:creationId xmlns:a16="http://schemas.microsoft.com/office/drawing/2014/main" id="{BD9F48DE-8EFE-ACAA-3435-BBAE83C4CFAC}"/>
              </a:ext>
            </a:extLst>
          </p:cNvPr>
          <p:cNvSpPr/>
          <p:nvPr/>
        </p:nvSpPr>
        <p:spPr>
          <a:xfrm>
            <a:off x="784404" y="422517"/>
            <a:ext cx="2535128" cy="45719"/>
          </a:xfrm>
          <a:prstGeom prst="rect">
            <a:avLst/>
          </a:prstGeom>
          <a:gradFill>
            <a:gsLst>
              <a:gs pos="0">
                <a:srgbClr val="C693FF"/>
              </a:gs>
              <a:gs pos="42000">
                <a:srgbClr val="6533FE"/>
              </a:gs>
              <a:gs pos="69000">
                <a:srgbClr val="0840F0"/>
              </a:gs>
              <a:gs pos="100000">
                <a:srgbClr val="60ED83"/>
              </a:gs>
            </a:gsLst>
            <a:lin ang="0" scaled="0"/>
          </a:gradFill>
          <a:ln>
            <a:noFill/>
          </a:ln>
        </p:spPr>
        <p:txBody>
          <a:bodyPr spcFirstLastPara="1" wrap="square" lIns="91426" tIns="91426" rIns="91426" bIns="91426" anchor="ctr" anchorCtr="0">
            <a:noAutofit/>
          </a:bodyPr>
          <a:lstStyle/>
          <a:p>
            <a:pPr algn="ctr"/>
            <a:endParaRPr/>
          </a:p>
        </p:txBody>
      </p:sp>
      <p:sp>
        <p:nvSpPr>
          <p:cNvPr id="62" name="Rounded Rectangle 61">
            <a:extLst>
              <a:ext uri="{FF2B5EF4-FFF2-40B4-BE49-F238E27FC236}">
                <a16:creationId xmlns:a16="http://schemas.microsoft.com/office/drawing/2014/main" id="{A6EB1D31-2B5E-AD06-7897-0DB6B17C728B}"/>
              </a:ext>
            </a:extLst>
          </p:cNvPr>
          <p:cNvSpPr/>
          <p:nvPr/>
        </p:nvSpPr>
        <p:spPr>
          <a:xfrm>
            <a:off x="424817" y="227377"/>
            <a:ext cx="373739" cy="373747"/>
          </a:xfrm>
          <a:prstGeom prst="roundRect">
            <a:avLst/>
          </a:prstGeom>
          <a:solidFill>
            <a:schemeClr val="bg1"/>
          </a:solidFill>
          <a:ln w="25400">
            <a:solidFill>
              <a:srgbClr val="C69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Google Shape;1420;p105">
            <a:extLst>
              <a:ext uri="{FF2B5EF4-FFF2-40B4-BE49-F238E27FC236}">
                <a16:creationId xmlns:a16="http://schemas.microsoft.com/office/drawing/2014/main" id="{FA8A6868-5041-B638-0055-2B29307347E5}"/>
              </a:ext>
            </a:extLst>
          </p:cNvPr>
          <p:cNvSpPr/>
          <p:nvPr/>
        </p:nvSpPr>
        <p:spPr>
          <a:xfrm>
            <a:off x="1396144" y="417527"/>
            <a:ext cx="2284082" cy="50709"/>
          </a:xfrm>
          <a:prstGeom prst="rect">
            <a:avLst/>
          </a:prstGeom>
          <a:solidFill>
            <a:schemeClr val="bg1">
              <a:lumMod val="65000"/>
              <a:lumOff val="35000"/>
            </a:schemeClr>
          </a:solidFill>
          <a:ln>
            <a:noFill/>
          </a:ln>
        </p:spPr>
        <p:txBody>
          <a:bodyPr spcFirstLastPara="1" wrap="square" lIns="91426" tIns="91426" rIns="91426" bIns="91426" anchor="ctr" anchorCtr="0">
            <a:noAutofit/>
          </a:bodyPr>
          <a:lstStyle/>
          <a:p>
            <a:pPr algn="ctr"/>
            <a:endParaRPr/>
          </a:p>
        </p:txBody>
      </p:sp>
      <p:sp>
        <p:nvSpPr>
          <p:cNvPr id="64" name="Rounded Rectangle 63">
            <a:extLst>
              <a:ext uri="{FF2B5EF4-FFF2-40B4-BE49-F238E27FC236}">
                <a16:creationId xmlns:a16="http://schemas.microsoft.com/office/drawing/2014/main" id="{C2AA2C4F-1552-AAE2-CD98-AA17AC80BEE5}"/>
              </a:ext>
            </a:extLst>
          </p:cNvPr>
          <p:cNvSpPr/>
          <p:nvPr/>
        </p:nvSpPr>
        <p:spPr>
          <a:xfrm>
            <a:off x="3306489"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ounded Rectangle 64">
            <a:extLst>
              <a:ext uri="{FF2B5EF4-FFF2-40B4-BE49-F238E27FC236}">
                <a16:creationId xmlns:a16="http://schemas.microsoft.com/office/drawing/2014/main" id="{DDA6AAD3-FF08-0CB5-853A-D9703EDBEE0E}"/>
              </a:ext>
            </a:extLst>
          </p:cNvPr>
          <p:cNvSpPr/>
          <p:nvPr/>
        </p:nvSpPr>
        <p:spPr>
          <a:xfrm>
            <a:off x="2347685"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6" name="Google Shape;1093;p63">
            <a:extLst>
              <a:ext uri="{FF2B5EF4-FFF2-40B4-BE49-F238E27FC236}">
                <a16:creationId xmlns:a16="http://schemas.microsoft.com/office/drawing/2014/main" id="{DB7220BB-BDF6-4AF5-64DB-AAA83099BDFE}"/>
              </a:ext>
              <a:ext uri="{C183D7F6-B498-43B3-948B-1728B52AA6E4}">
                <adec:decorative xmlns:adec="http://schemas.microsoft.com/office/drawing/2017/decorative" val="1"/>
              </a:ext>
            </a:extLst>
          </p:cNvPr>
          <p:cNvGrpSpPr/>
          <p:nvPr/>
        </p:nvGrpSpPr>
        <p:grpSpPr>
          <a:xfrm>
            <a:off x="489502" y="276904"/>
            <a:ext cx="257028" cy="242690"/>
            <a:chOff x="4372769" y="2910304"/>
            <a:chExt cx="56755" cy="52725"/>
          </a:xfrm>
          <a:solidFill>
            <a:schemeClr val="tx1"/>
          </a:solidFill>
        </p:grpSpPr>
        <p:sp>
          <p:nvSpPr>
            <p:cNvPr id="67" name="Google Shape;1094;p63">
              <a:extLst>
                <a:ext uri="{FF2B5EF4-FFF2-40B4-BE49-F238E27FC236}">
                  <a16:creationId xmlns:a16="http://schemas.microsoft.com/office/drawing/2014/main" id="{96D59ED8-33D8-D5E7-717F-7AA79763135D}"/>
                </a:ext>
              </a:extLst>
            </p:cNvPr>
            <p:cNvSpPr/>
            <p:nvPr/>
          </p:nvSpPr>
          <p:spPr>
            <a:xfrm>
              <a:off x="4372769" y="2910304"/>
              <a:ext cx="51900" cy="52725"/>
            </a:xfrm>
            <a:custGeom>
              <a:avLst/>
              <a:gdLst/>
              <a:ahLst/>
              <a:cxnLst/>
              <a:rect l="l" t="t" r="r" b="b"/>
              <a:pathLst>
                <a:path w="2076" h="2109" extrusionOk="0">
                  <a:moveTo>
                    <a:pt x="77" y="0"/>
                  </a:moveTo>
                  <a:cubicBezTo>
                    <a:pt x="34" y="0"/>
                    <a:pt x="1" y="34"/>
                    <a:pt x="1" y="76"/>
                  </a:cubicBezTo>
                  <a:lnTo>
                    <a:pt x="1" y="2033"/>
                  </a:lnTo>
                  <a:cubicBezTo>
                    <a:pt x="1" y="2075"/>
                    <a:pt x="34" y="2109"/>
                    <a:pt x="77" y="2109"/>
                  </a:cubicBezTo>
                  <a:lnTo>
                    <a:pt x="1999" y="2109"/>
                  </a:lnTo>
                  <a:cubicBezTo>
                    <a:pt x="2041" y="2109"/>
                    <a:pt x="2075" y="2075"/>
                    <a:pt x="2075" y="2033"/>
                  </a:cubicBezTo>
                  <a:cubicBezTo>
                    <a:pt x="2075" y="1982"/>
                    <a:pt x="2041" y="1948"/>
                    <a:pt x="1999" y="1948"/>
                  </a:cubicBezTo>
                  <a:lnTo>
                    <a:pt x="152" y="1948"/>
                  </a:lnTo>
                  <a:lnTo>
                    <a:pt x="152" y="76"/>
                  </a:lnTo>
                  <a:cubicBezTo>
                    <a:pt x="152" y="34"/>
                    <a:pt x="119" y="0"/>
                    <a:pt x="77"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sp>
          <p:nvSpPr>
            <p:cNvPr id="68" name="Google Shape;1095;p63">
              <a:extLst>
                <a:ext uri="{FF2B5EF4-FFF2-40B4-BE49-F238E27FC236}">
                  <a16:creationId xmlns:a16="http://schemas.microsoft.com/office/drawing/2014/main" id="{C1372690-50F7-B413-8CD9-6EDD0D5EDF27}"/>
                </a:ext>
              </a:extLst>
            </p:cNvPr>
            <p:cNvSpPr/>
            <p:nvPr/>
          </p:nvSpPr>
          <p:spPr>
            <a:xfrm>
              <a:off x="4381625" y="2922100"/>
              <a:ext cx="47900" cy="25125"/>
            </a:xfrm>
            <a:custGeom>
              <a:avLst/>
              <a:gdLst/>
              <a:ahLst/>
              <a:cxnLst/>
              <a:rect l="l" t="t" r="r" b="b"/>
              <a:pathLst>
                <a:path w="1916" h="1005" extrusionOk="0">
                  <a:moveTo>
                    <a:pt x="1831" y="1"/>
                  </a:moveTo>
                  <a:cubicBezTo>
                    <a:pt x="1810" y="1"/>
                    <a:pt x="1789" y="9"/>
                    <a:pt x="1772" y="26"/>
                  </a:cubicBezTo>
                  <a:lnTo>
                    <a:pt x="1173" y="633"/>
                  </a:lnTo>
                  <a:lnTo>
                    <a:pt x="777" y="237"/>
                  </a:lnTo>
                  <a:cubicBezTo>
                    <a:pt x="764" y="220"/>
                    <a:pt x="745" y="212"/>
                    <a:pt x="725" y="212"/>
                  </a:cubicBezTo>
                  <a:cubicBezTo>
                    <a:pt x="705" y="212"/>
                    <a:pt x="684" y="220"/>
                    <a:pt x="667" y="237"/>
                  </a:cubicBezTo>
                  <a:lnTo>
                    <a:pt x="35" y="869"/>
                  </a:lnTo>
                  <a:cubicBezTo>
                    <a:pt x="1" y="903"/>
                    <a:pt x="1" y="954"/>
                    <a:pt x="35" y="979"/>
                  </a:cubicBezTo>
                  <a:cubicBezTo>
                    <a:pt x="51" y="996"/>
                    <a:pt x="73" y="1004"/>
                    <a:pt x="93" y="1004"/>
                  </a:cubicBezTo>
                  <a:cubicBezTo>
                    <a:pt x="113" y="1004"/>
                    <a:pt x="132" y="996"/>
                    <a:pt x="144" y="979"/>
                  </a:cubicBezTo>
                  <a:lnTo>
                    <a:pt x="726" y="405"/>
                  </a:lnTo>
                  <a:lnTo>
                    <a:pt x="1114" y="793"/>
                  </a:lnTo>
                  <a:cubicBezTo>
                    <a:pt x="1131" y="810"/>
                    <a:pt x="1152" y="819"/>
                    <a:pt x="1172" y="819"/>
                  </a:cubicBezTo>
                  <a:cubicBezTo>
                    <a:pt x="1192" y="819"/>
                    <a:pt x="1211" y="810"/>
                    <a:pt x="1224" y="793"/>
                  </a:cubicBezTo>
                  <a:lnTo>
                    <a:pt x="1890" y="136"/>
                  </a:lnTo>
                  <a:cubicBezTo>
                    <a:pt x="1915" y="110"/>
                    <a:pt x="1915" y="60"/>
                    <a:pt x="1890" y="26"/>
                  </a:cubicBezTo>
                  <a:cubicBezTo>
                    <a:pt x="1873" y="9"/>
                    <a:pt x="1852" y="1"/>
                    <a:pt x="1831"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grpSp>
      <p:sp>
        <p:nvSpPr>
          <p:cNvPr id="69" name="Google Shape;1266;p65">
            <a:extLst>
              <a:ext uri="{FF2B5EF4-FFF2-40B4-BE49-F238E27FC236}">
                <a16:creationId xmlns:a16="http://schemas.microsoft.com/office/drawing/2014/main" id="{14E94AF0-7528-542D-788E-68CA53CC8EDC}"/>
              </a:ext>
            </a:extLst>
          </p:cNvPr>
          <p:cNvSpPr/>
          <p:nvPr/>
        </p:nvSpPr>
        <p:spPr>
          <a:xfrm>
            <a:off x="3406025" y="348631"/>
            <a:ext cx="192542" cy="195814"/>
          </a:xfrm>
          <a:custGeom>
            <a:avLst/>
            <a:gdLst/>
            <a:ahLst/>
            <a:cxnLst/>
            <a:rect l="l" t="t" r="r" b="b"/>
            <a:pathLst>
              <a:path w="1687" h="1688" extrusionOk="0">
                <a:moveTo>
                  <a:pt x="177" y="1"/>
                </a:moveTo>
                <a:cubicBezTo>
                  <a:pt x="76" y="1"/>
                  <a:pt x="0" y="76"/>
                  <a:pt x="0" y="178"/>
                </a:cubicBezTo>
                <a:lnTo>
                  <a:pt x="0" y="1181"/>
                </a:lnTo>
                <a:cubicBezTo>
                  <a:pt x="0" y="1282"/>
                  <a:pt x="76" y="1367"/>
                  <a:pt x="177" y="1367"/>
                </a:cubicBezTo>
                <a:lnTo>
                  <a:pt x="312" y="1367"/>
                </a:lnTo>
                <a:lnTo>
                  <a:pt x="312" y="1527"/>
                </a:lnTo>
                <a:cubicBezTo>
                  <a:pt x="312" y="1611"/>
                  <a:pt x="380" y="1687"/>
                  <a:pt x="464" y="1687"/>
                </a:cubicBezTo>
                <a:cubicBezTo>
                  <a:pt x="506" y="1687"/>
                  <a:pt x="549" y="1670"/>
                  <a:pt x="574" y="1637"/>
                </a:cubicBezTo>
                <a:lnTo>
                  <a:pt x="844" y="1367"/>
                </a:lnTo>
                <a:lnTo>
                  <a:pt x="1501" y="1367"/>
                </a:lnTo>
                <a:cubicBezTo>
                  <a:pt x="1603" y="1367"/>
                  <a:pt x="1687" y="1282"/>
                  <a:pt x="1687" y="1181"/>
                </a:cubicBezTo>
                <a:lnTo>
                  <a:pt x="1687" y="178"/>
                </a:lnTo>
                <a:cubicBezTo>
                  <a:pt x="1687" y="76"/>
                  <a:pt x="1603" y="1"/>
                  <a:pt x="1501" y="1"/>
                </a:cubicBezTo>
                <a:close/>
                <a:moveTo>
                  <a:pt x="152" y="178"/>
                </a:moveTo>
                <a:cubicBezTo>
                  <a:pt x="152" y="169"/>
                  <a:pt x="169" y="152"/>
                  <a:pt x="177" y="152"/>
                </a:cubicBezTo>
                <a:lnTo>
                  <a:pt x="1501" y="152"/>
                </a:lnTo>
                <a:cubicBezTo>
                  <a:pt x="1510" y="152"/>
                  <a:pt x="1527" y="169"/>
                  <a:pt x="1527" y="178"/>
                </a:cubicBezTo>
                <a:lnTo>
                  <a:pt x="1527" y="1181"/>
                </a:lnTo>
                <a:cubicBezTo>
                  <a:pt x="1527" y="1198"/>
                  <a:pt x="1510" y="1206"/>
                  <a:pt x="1501" y="1206"/>
                </a:cubicBezTo>
                <a:lnTo>
                  <a:pt x="810" y="1206"/>
                </a:lnTo>
                <a:cubicBezTo>
                  <a:pt x="793" y="1206"/>
                  <a:pt x="776" y="1215"/>
                  <a:pt x="759" y="1232"/>
                </a:cubicBezTo>
                <a:lnTo>
                  <a:pt x="473" y="1518"/>
                </a:lnTo>
                <a:lnTo>
                  <a:pt x="473" y="1291"/>
                </a:lnTo>
                <a:cubicBezTo>
                  <a:pt x="473" y="1249"/>
                  <a:pt x="439" y="1206"/>
                  <a:pt x="388" y="1206"/>
                </a:cubicBezTo>
                <a:lnTo>
                  <a:pt x="177" y="1206"/>
                </a:lnTo>
                <a:cubicBezTo>
                  <a:pt x="169" y="1206"/>
                  <a:pt x="152" y="1198"/>
                  <a:pt x="152" y="1181"/>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nvGrpSpPr>
          <p:cNvPr id="70" name="Group 69">
            <a:extLst>
              <a:ext uri="{FF2B5EF4-FFF2-40B4-BE49-F238E27FC236}">
                <a16:creationId xmlns:a16="http://schemas.microsoft.com/office/drawing/2014/main" id="{F671B098-1036-B8E1-848D-54204398268D}"/>
              </a:ext>
            </a:extLst>
          </p:cNvPr>
          <p:cNvGrpSpPr/>
          <p:nvPr/>
        </p:nvGrpSpPr>
        <p:grpSpPr>
          <a:xfrm>
            <a:off x="2413311" y="299200"/>
            <a:ext cx="254222" cy="254222"/>
            <a:chOff x="3097145" y="1017785"/>
            <a:chExt cx="307292" cy="307292"/>
          </a:xfrm>
        </p:grpSpPr>
        <p:sp>
          <p:nvSpPr>
            <p:cNvPr id="71" name="Google Shape;1329;p65">
              <a:extLst>
                <a:ext uri="{FF2B5EF4-FFF2-40B4-BE49-F238E27FC236}">
                  <a16:creationId xmlns:a16="http://schemas.microsoft.com/office/drawing/2014/main" id="{E89FA45D-ECA1-9C36-897E-A83F66CF3077}"/>
                </a:ext>
              </a:extLst>
            </p:cNvPr>
            <p:cNvSpPr/>
            <p:nvPr/>
          </p:nvSpPr>
          <p:spPr>
            <a:xfrm>
              <a:off x="3215558" y="1113681"/>
              <a:ext cx="92850" cy="114440"/>
            </a:xfrm>
            <a:custGeom>
              <a:avLst/>
              <a:gdLst/>
              <a:ahLst/>
              <a:cxnLst/>
              <a:rect l="l" t="t" r="r" b="b"/>
              <a:pathLst>
                <a:path w="701" h="864" extrusionOk="0">
                  <a:moveTo>
                    <a:pt x="54" y="0"/>
                  </a:moveTo>
                  <a:cubicBezTo>
                    <a:pt x="27" y="0"/>
                    <a:pt x="0" y="22"/>
                    <a:pt x="0" y="53"/>
                  </a:cubicBezTo>
                  <a:lnTo>
                    <a:pt x="0" y="812"/>
                  </a:lnTo>
                  <a:cubicBezTo>
                    <a:pt x="0" y="842"/>
                    <a:pt x="27" y="864"/>
                    <a:pt x="54" y="864"/>
                  </a:cubicBezTo>
                  <a:cubicBezTo>
                    <a:pt x="65" y="864"/>
                    <a:pt x="75" y="861"/>
                    <a:pt x="84" y="854"/>
                  </a:cubicBezTo>
                  <a:lnTo>
                    <a:pt x="675" y="474"/>
                  </a:lnTo>
                  <a:cubicBezTo>
                    <a:pt x="700" y="458"/>
                    <a:pt x="700" y="407"/>
                    <a:pt x="675" y="390"/>
                  </a:cubicBezTo>
                  <a:lnTo>
                    <a:pt x="84" y="11"/>
                  </a:lnTo>
                  <a:cubicBezTo>
                    <a:pt x="75" y="4"/>
                    <a:pt x="65" y="0"/>
                    <a:pt x="54" y="0"/>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72" name="Google Shape;1330;p65">
              <a:extLst>
                <a:ext uri="{FF2B5EF4-FFF2-40B4-BE49-F238E27FC236}">
                  <a16:creationId xmlns:a16="http://schemas.microsoft.com/office/drawing/2014/main" id="{3DCB3FD1-F09B-41C5-A7E5-C4B41D627948}"/>
                </a:ext>
              </a:extLst>
            </p:cNvPr>
            <p:cNvSpPr/>
            <p:nvPr/>
          </p:nvSpPr>
          <p:spPr>
            <a:xfrm>
              <a:off x="3097145" y="1017785"/>
              <a:ext cx="307292" cy="307292"/>
            </a:xfrm>
            <a:custGeom>
              <a:avLst/>
              <a:gdLst/>
              <a:ahLst/>
              <a:cxnLst/>
              <a:rect l="l" t="t" r="r" b="b"/>
              <a:pathLst>
                <a:path w="2320" h="2320" extrusionOk="0">
                  <a:moveTo>
                    <a:pt x="1164" y="153"/>
                  </a:moveTo>
                  <a:cubicBezTo>
                    <a:pt x="607" y="153"/>
                    <a:pt x="160" y="600"/>
                    <a:pt x="160" y="1156"/>
                  </a:cubicBezTo>
                  <a:cubicBezTo>
                    <a:pt x="160" y="1713"/>
                    <a:pt x="607" y="2160"/>
                    <a:pt x="1164" y="2160"/>
                  </a:cubicBezTo>
                  <a:cubicBezTo>
                    <a:pt x="1712" y="2160"/>
                    <a:pt x="2159" y="1713"/>
                    <a:pt x="2159" y="1156"/>
                  </a:cubicBezTo>
                  <a:cubicBezTo>
                    <a:pt x="2159" y="600"/>
                    <a:pt x="1712" y="153"/>
                    <a:pt x="1164" y="153"/>
                  </a:cubicBezTo>
                  <a:close/>
                  <a:moveTo>
                    <a:pt x="0" y="1156"/>
                  </a:moveTo>
                  <a:cubicBezTo>
                    <a:pt x="0" y="515"/>
                    <a:pt x="523" y="1"/>
                    <a:pt x="1164" y="1"/>
                  </a:cubicBezTo>
                  <a:cubicBezTo>
                    <a:pt x="1796" y="1"/>
                    <a:pt x="2319" y="515"/>
                    <a:pt x="2319" y="1156"/>
                  </a:cubicBezTo>
                  <a:cubicBezTo>
                    <a:pt x="2319" y="1797"/>
                    <a:pt x="1796" y="2320"/>
                    <a:pt x="1164" y="2320"/>
                  </a:cubicBezTo>
                  <a:cubicBezTo>
                    <a:pt x="523" y="2320"/>
                    <a:pt x="0" y="1797"/>
                    <a:pt x="0" y="1156"/>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sp>
        <p:nvSpPr>
          <p:cNvPr id="73" name="Rounded Rectangle 72">
            <a:extLst>
              <a:ext uri="{FF2B5EF4-FFF2-40B4-BE49-F238E27FC236}">
                <a16:creationId xmlns:a16="http://schemas.microsoft.com/office/drawing/2014/main" id="{AE1EA63C-2F4E-3825-DFFD-8F594C0D33E8}"/>
              </a:ext>
            </a:extLst>
          </p:cNvPr>
          <p:cNvSpPr/>
          <p:nvPr/>
        </p:nvSpPr>
        <p:spPr>
          <a:xfrm>
            <a:off x="1351842" y="157300"/>
            <a:ext cx="554006" cy="554016"/>
          </a:xfrm>
          <a:prstGeom prst="roundRect">
            <a:avLst/>
          </a:prstGeom>
          <a:solidFill>
            <a:srgbClr val="6533FE"/>
          </a:solidFill>
          <a:ln w="38100">
            <a:solidFill>
              <a:srgbClr val="6533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Text Placeholder 18">
            <a:extLst>
              <a:ext uri="{FF2B5EF4-FFF2-40B4-BE49-F238E27FC236}">
                <a16:creationId xmlns:a16="http://schemas.microsoft.com/office/drawing/2014/main" id="{25D1E4ED-7612-9D8C-F139-9189155F66AD}"/>
              </a:ext>
            </a:extLst>
          </p:cNvPr>
          <p:cNvSpPr txBox="1">
            <a:spLocks/>
          </p:cNvSpPr>
          <p:nvPr/>
        </p:nvSpPr>
        <p:spPr>
          <a:xfrm>
            <a:off x="240840" y="1136046"/>
            <a:ext cx="8136102" cy="613292"/>
          </a:xfrm>
          <a:prstGeom prst="rect">
            <a:avLst/>
          </a:prstGeom>
        </p:spPr>
        <p:txBody>
          <a:bodyPr/>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Aptos"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4000" b="1" dirty="0">
                <a:latin typeface="Aptos" pitchFamily="2" charset="77"/>
                <a:cs typeface="Aptos" pitchFamily="2" charset="77"/>
              </a:rPr>
              <a:t>GitHub Agentic Workflows</a:t>
            </a:r>
          </a:p>
        </p:txBody>
      </p:sp>
      <p:sp>
        <p:nvSpPr>
          <p:cNvPr id="26" name="Rectangle 25">
            <a:extLst>
              <a:ext uri="{FF2B5EF4-FFF2-40B4-BE49-F238E27FC236}">
                <a16:creationId xmlns:a16="http://schemas.microsoft.com/office/drawing/2014/main" id="{CEA50B8D-2D17-2A48-59C4-BE950FE7A69E}"/>
              </a:ext>
            </a:extLst>
          </p:cNvPr>
          <p:cNvSpPr/>
          <p:nvPr/>
        </p:nvSpPr>
        <p:spPr>
          <a:xfrm>
            <a:off x="6216697" y="5861630"/>
            <a:ext cx="889750" cy="434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descr="A screenshot of a computer&#10;&#10;AI-generated content may be incorrect.">
            <a:extLst>
              <a:ext uri="{FF2B5EF4-FFF2-40B4-BE49-F238E27FC236}">
                <a16:creationId xmlns:a16="http://schemas.microsoft.com/office/drawing/2014/main" id="{DE75EB4E-77A6-FB69-F9DD-35C9E355D133}"/>
              </a:ext>
            </a:extLst>
          </p:cNvPr>
          <p:cNvPicPr>
            <a:picLocks noChangeAspect="1"/>
          </p:cNvPicPr>
          <p:nvPr/>
        </p:nvPicPr>
        <p:blipFill>
          <a:blip r:embed="rId3"/>
          <a:srcRect r="3577"/>
          <a:stretch>
            <a:fillRect/>
          </a:stretch>
        </p:blipFill>
        <p:spPr>
          <a:xfrm>
            <a:off x="6353223" y="2419242"/>
            <a:ext cx="5605305" cy="3785395"/>
          </a:xfrm>
          <a:prstGeom prst="rect">
            <a:avLst/>
          </a:prstGeom>
        </p:spPr>
      </p:pic>
      <p:sp>
        <p:nvSpPr>
          <p:cNvPr id="37" name="Rectangle 36">
            <a:extLst>
              <a:ext uri="{FF2B5EF4-FFF2-40B4-BE49-F238E27FC236}">
                <a16:creationId xmlns:a16="http://schemas.microsoft.com/office/drawing/2014/main" id="{76B70456-D9D8-FDDE-27F3-8F2FA12DE97C}"/>
              </a:ext>
            </a:extLst>
          </p:cNvPr>
          <p:cNvSpPr/>
          <p:nvPr/>
        </p:nvSpPr>
        <p:spPr>
          <a:xfrm>
            <a:off x="6880413" y="3207895"/>
            <a:ext cx="5078114" cy="1667655"/>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693FF"/>
              </a:solidFill>
            </a:endParaRPr>
          </a:p>
        </p:txBody>
      </p:sp>
      <p:grpSp>
        <p:nvGrpSpPr>
          <p:cNvPr id="56" name="Google Shape;1295;p65">
            <a:extLst>
              <a:ext uri="{FF2B5EF4-FFF2-40B4-BE49-F238E27FC236}">
                <a16:creationId xmlns:a16="http://schemas.microsoft.com/office/drawing/2014/main" id="{C062BF4F-CA47-C48F-E527-58E3A435CEF4}"/>
              </a:ext>
              <a:ext uri="{C183D7F6-B498-43B3-948B-1728B52AA6E4}">
                <adec:decorative xmlns:adec="http://schemas.microsoft.com/office/drawing/2017/decorative" val="1"/>
              </a:ext>
            </a:extLst>
          </p:cNvPr>
          <p:cNvGrpSpPr/>
          <p:nvPr/>
        </p:nvGrpSpPr>
        <p:grpSpPr>
          <a:xfrm>
            <a:off x="3628298" y="6065487"/>
            <a:ext cx="187962" cy="178865"/>
            <a:chOff x="3351350" y="4936850"/>
            <a:chExt cx="60950" cy="58000"/>
          </a:xfrm>
          <a:solidFill>
            <a:schemeClr val="bg1">
              <a:lumMod val="50000"/>
              <a:lumOff val="50000"/>
            </a:schemeClr>
          </a:solidFill>
        </p:grpSpPr>
        <p:sp>
          <p:nvSpPr>
            <p:cNvPr id="57" name="Google Shape;1296;p65">
              <a:extLst>
                <a:ext uri="{FF2B5EF4-FFF2-40B4-BE49-F238E27FC236}">
                  <a16:creationId xmlns:a16="http://schemas.microsoft.com/office/drawing/2014/main" id="{38128FEA-02E9-BD23-F8E6-57F72F215DBA}"/>
                </a:ext>
              </a:extLst>
            </p:cNvPr>
            <p:cNvSpPr/>
            <p:nvPr/>
          </p:nvSpPr>
          <p:spPr>
            <a:xfrm>
              <a:off x="3374950" y="4936850"/>
              <a:ext cx="37350" cy="38175"/>
            </a:xfrm>
            <a:custGeom>
              <a:avLst/>
              <a:gdLst/>
              <a:ahLst/>
              <a:cxnLst/>
              <a:rect l="l" t="t" r="r" b="b"/>
              <a:pathLst>
                <a:path w="1494" h="1527" extrusionOk="0">
                  <a:moveTo>
                    <a:pt x="864" y="0"/>
                  </a:moveTo>
                  <a:cubicBezTo>
                    <a:pt x="717" y="0"/>
                    <a:pt x="570" y="55"/>
                    <a:pt x="456" y="164"/>
                  </a:cubicBezTo>
                  <a:lnTo>
                    <a:pt x="144" y="485"/>
                  </a:lnTo>
                  <a:cubicBezTo>
                    <a:pt x="110" y="519"/>
                    <a:pt x="110" y="569"/>
                    <a:pt x="144" y="595"/>
                  </a:cubicBezTo>
                  <a:cubicBezTo>
                    <a:pt x="157" y="611"/>
                    <a:pt x="176" y="620"/>
                    <a:pt x="196" y="620"/>
                  </a:cubicBezTo>
                  <a:cubicBezTo>
                    <a:pt x="216" y="620"/>
                    <a:pt x="237" y="611"/>
                    <a:pt x="254" y="595"/>
                  </a:cubicBezTo>
                  <a:lnTo>
                    <a:pt x="566" y="283"/>
                  </a:lnTo>
                  <a:cubicBezTo>
                    <a:pt x="646" y="202"/>
                    <a:pt x="753" y="162"/>
                    <a:pt x="861" y="162"/>
                  </a:cubicBezTo>
                  <a:cubicBezTo>
                    <a:pt x="968" y="162"/>
                    <a:pt x="1076" y="202"/>
                    <a:pt x="1156" y="283"/>
                  </a:cubicBezTo>
                  <a:cubicBezTo>
                    <a:pt x="1316" y="443"/>
                    <a:pt x="1316" y="704"/>
                    <a:pt x="1156" y="864"/>
                  </a:cubicBezTo>
                  <a:lnTo>
                    <a:pt x="777" y="1252"/>
                  </a:lnTo>
                  <a:cubicBezTo>
                    <a:pt x="692" y="1332"/>
                    <a:pt x="585" y="1373"/>
                    <a:pt x="478" y="1373"/>
                  </a:cubicBezTo>
                  <a:cubicBezTo>
                    <a:pt x="372" y="1373"/>
                    <a:pt x="266" y="1332"/>
                    <a:pt x="186" y="1252"/>
                  </a:cubicBezTo>
                  <a:cubicBezTo>
                    <a:pt x="178" y="1235"/>
                    <a:pt x="161" y="1227"/>
                    <a:pt x="152" y="1210"/>
                  </a:cubicBezTo>
                  <a:cubicBezTo>
                    <a:pt x="138" y="1191"/>
                    <a:pt x="116" y="1180"/>
                    <a:pt x="93" y="1180"/>
                  </a:cubicBezTo>
                  <a:cubicBezTo>
                    <a:pt x="76" y="1180"/>
                    <a:pt x="58" y="1187"/>
                    <a:pt x="43" y="1202"/>
                  </a:cubicBezTo>
                  <a:cubicBezTo>
                    <a:pt x="9" y="1227"/>
                    <a:pt x="1" y="1278"/>
                    <a:pt x="26" y="1311"/>
                  </a:cubicBezTo>
                  <a:cubicBezTo>
                    <a:pt x="43" y="1328"/>
                    <a:pt x="60" y="1345"/>
                    <a:pt x="77" y="1362"/>
                  </a:cubicBezTo>
                  <a:cubicBezTo>
                    <a:pt x="186" y="1472"/>
                    <a:pt x="332" y="1526"/>
                    <a:pt x="478" y="1526"/>
                  </a:cubicBezTo>
                  <a:cubicBezTo>
                    <a:pt x="625" y="1526"/>
                    <a:pt x="772" y="1472"/>
                    <a:pt x="886" y="1362"/>
                  </a:cubicBezTo>
                  <a:lnTo>
                    <a:pt x="1266" y="982"/>
                  </a:lnTo>
                  <a:cubicBezTo>
                    <a:pt x="1493" y="755"/>
                    <a:pt x="1493" y="392"/>
                    <a:pt x="1266" y="164"/>
                  </a:cubicBezTo>
                  <a:cubicBezTo>
                    <a:pt x="1156" y="55"/>
                    <a:pt x="1011" y="0"/>
                    <a:pt x="864"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58" name="Google Shape;1297;p65">
              <a:extLst>
                <a:ext uri="{FF2B5EF4-FFF2-40B4-BE49-F238E27FC236}">
                  <a16:creationId xmlns:a16="http://schemas.microsoft.com/office/drawing/2014/main" id="{40A7A2C1-0A62-0400-1D07-912D662735B9}"/>
                </a:ext>
              </a:extLst>
            </p:cNvPr>
            <p:cNvSpPr/>
            <p:nvPr/>
          </p:nvSpPr>
          <p:spPr>
            <a:xfrm>
              <a:off x="3351350" y="4956650"/>
              <a:ext cx="37325" cy="38200"/>
            </a:xfrm>
            <a:custGeom>
              <a:avLst/>
              <a:gdLst/>
              <a:ahLst/>
              <a:cxnLst/>
              <a:rect l="l" t="t" r="r" b="b"/>
              <a:pathLst>
                <a:path w="1493" h="1528" extrusionOk="0">
                  <a:moveTo>
                    <a:pt x="1015" y="1"/>
                  </a:moveTo>
                  <a:cubicBezTo>
                    <a:pt x="869" y="1"/>
                    <a:pt x="721" y="56"/>
                    <a:pt x="607" y="165"/>
                  </a:cubicBezTo>
                  <a:lnTo>
                    <a:pt x="228" y="553"/>
                  </a:lnTo>
                  <a:cubicBezTo>
                    <a:pt x="0" y="772"/>
                    <a:pt x="0" y="1135"/>
                    <a:pt x="228" y="1363"/>
                  </a:cubicBezTo>
                  <a:cubicBezTo>
                    <a:pt x="338" y="1472"/>
                    <a:pt x="483" y="1527"/>
                    <a:pt x="630" y="1527"/>
                  </a:cubicBezTo>
                  <a:cubicBezTo>
                    <a:pt x="776" y="1527"/>
                    <a:pt x="924" y="1472"/>
                    <a:pt x="1037" y="1363"/>
                  </a:cubicBezTo>
                  <a:lnTo>
                    <a:pt x="1358" y="1042"/>
                  </a:lnTo>
                  <a:cubicBezTo>
                    <a:pt x="1383" y="1008"/>
                    <a:pt x="1383" y="966"/>
                    <a:pt x="1358" y="933"/>
                  </a:cubicBezTo>
                  <a:cubicBezTo>
                    <a:pt x="1341" y="916"/>
                    <a:pt x="1320" y="907"/>
                    <a:pt x="1299" y="907"/>
                  </a:cubicBezTo>
                  <a:cubicBezTo>
                    <a:pt x="1278" y="907"/>
                    <a:pt x="1257" y="916"/>
                    <a:pt x="1240" y="933"/>
                  </a:cubicBezTo>
                  <a:lnTo>
                    <a:pt x="928" y="1245"/>
                  </a:lnTo>
                  <a:cubicBezTo>
                    <a:pt x="848" y="1329"/>
                    <a:pt x="740" y="1371"/>
                    <a:pt x="633" y="1371"/>
                  </a:cubicBezTo>
                  <a:cubicBezTo>
                    <a:pt x="525" y="1371"/>
                    <a:pt x="418" y="1329"/>
                    <a:pt x="338" y="1245"/>
                  </a:cubicBezTo>
                  <a:cubicBezTo>
                    <a:pt x="177" y="1084"/>
                    <a:pt x="177" y="823"/>
                    <a:pt x="338" y="663"/>
                  </a:cubicBezTo>
                  <a:lnTo>
                    <a:pt x="725" y="275"/>
                  </a:lnTo>
                  <a:cubicBezTo>
                    <a:pt x="806" y="195"/>
                    <a:pt x="911" y="155"/>
                    <a:pt x="1016" y="155"/>
                  </a:cubicBezTo>
                  <a:cubicBezTo>
                    <a:pt x="1122" y="155"/>
                    <a:pt x="1227" y="195"/>
                    <a:pt x="1307" y="275"/>
                  </a:cubicBezTo>
                  <a:cubicBezTo>
                    <a:pt x="1324" y="292"/>
                    <a:pt x="1333" y="300"/>
                    <a:pt x="1341" y="317"/>
                  </a:cubicBezTo>
                  <a:cubicBezTo>
                    <a:pt x="1355" y="336"/>
                    <a:pt x="1377" y="347"/>
                    <a:pt x="1400" y="347"/>
                  </a:cubicBezTo>
                  <a:cubicBezTo>
                    <a:pt x="1418" y="347"/>
                    <a:pt x="1436" y="340"/>
                    <a:pt x="1451" y="325"/>
                  </a:cubicBezTo>
                  <a:cubicBezTo>
                    <a:pt x="1484" y="300"/>
                    <a:pt x="1493" y="250"/>
                    <a:pt x="1468" y="216"/>
                  </a:cubicBezTo>
                  <a:cubicBezTo>
                    <a:pt x="1451" y="199"/>
                    <a:pt x="1434" y="182"/>
                    <a:pt x="1417" y="165"/>
                  </a:cubicBezTo>
                  <a:cubicBezTo>
                    <a:pt x="1307" y="56"/>
                    <a:pt x="1162" y="1"/>
                    <a:pt x="1015"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sp>
        <p:nvSpPr>
          <p:cNvPr id="59" name="Rectangle 58">
            <a:hlinkClick r:id="rId4"/>
            <a:extLst>
              <a:ext uri="{FF2B5EF4-FFF2-40B4-BE49-F238E27FC236}">
                <a16:creationId xmlns:a16="http://schemas.microsoft.com/office/drawing/2014/main" id="{39430391-2F98-5D98-53B1-01D04D9ED417}"/>
              </a:ext>
            </a:extLst>
          </p:cNvPr>
          <p:cNvSpPr/>
          <p:nvPr/>
        </p:nvSpPr>
        <p:spPr>
          <a:xfrm flipV="1">
            <a:off x="529608" y="6020599"/>
            <a:ext cx="5003445" cy="610023"/>
          </a:xfrm>
          <a:prstGeom prst="rect">
            <a:avLst/>
          </a:prstGeom>
          <a:noFill/>
          <a:ln>
            <a:solidFill>
              <a:schemeClr val="accent1">
                <a:shade val="1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p:txBody>
      </p:sp>
      <p:pic>
        <p:nvPicPr>
          <p:cNvPr id="78" name="Picture 77">
            <a:extLst>
              <a:ext uri="{FF2B5EF4-FFF2-40B4-BE49-F238E27FC236}">
                <a16:creationId xmlns:a16="http://schemas.microsoft.com/office/drawing/2014/main" id="{8D905EBB-A436-969C-49B3-5536E115550D}"/>
              </a:ext>
            </a:extLst>
          </p:cNvPr>
          <p:cNvPicPr>
            <a:picLocks noChangeAspect="1"/>
          </p:cNvPicPr>
          <p:nvPr/>
        </p:nvPicPr>
        <p:blipFill>
          <a:blip r:embed="rId5"/>
          <a:stretch>
            <a:fillRect/>
          </a:stretch>
        </p:blipFill>
        <p:spPr>
          <a:xfrm>
            <a:off x="1400522" y="200430"/>
            <a:ext cx="459040" cy="459040"/>
          </a:xfrm>
          <a:prstGeom prst="rect">
            <a:avLst/>
          </a:prstGeom>
        </p:spPr>
      </p:pic>
      <p:sp>
        <p:nvSpPr>
          <p:cNvPr id="2" name="Text Placeholder 23">
            <a:extLst>
              <a:ext uri="{FF2B5EF4-FFF2-40B4-BE49-F238E27FC236}">
                <a16:creationId xmlns:a16="http://schemas.microsoft.com/office/drawing/2014/main" id="{F5A85039-6006-1178-2BA1-BC18B48B3B15}"/>
              </a:ext>
            </a:extLst>
          </p:cNvPr>
          <p:cNvSpPr txBox="1">
            <a:spLocks/>
          </p:cNvSpPr>
          <p:nvPr/>
        </p:nvSpPr>
        <p:spPr>
          <a:xfrm>
            <a:off x="9844318" y="204905"/>
            <a:ext cx="2301494" cy="333021"/>
          </a:xfrm>
          <a:prstGeom prst="rect">
            <a:avLst/>
          </a:prstGeom>
          <a:noFill/>
          <a:ln w="19050" cap="flat" cmpd="sng">
            <a:noFill/>
            <a:prstDash val="solid"/>
            <a:round/>
            <a:headEnd type="none" w="sm" len="sm"/>
            <a:tailEnd type="none" w="sm" len="sm"/>
          </a:ln>
          <a:effectLst/>
        </p:spPr>
        <p:txBody>
          <a:bodyPr lIns="0" tIns="0" rIns="0" bIns="0" anchor="t" anchorCtr="0">
            <a:noAutofit/>
          </a:bodyPr>
          <a:lstStyle>
            <a:lvl1pPr marL="0" indent="0" algn="l" defTabSz="914049" rtl="0" eaLnBrk="1" latinLnBrk="0" hangingPunct="1">
              <a:lnSpc>
                <a:spcPct val="90000"/>
              </a:lnSpc>
              <a:spcBef>
                <a:spcPts val="1000"/>
              </a:spcBef>
              <a:buFont typeface="Arial" panose="020B0604020202020204" pitchFamily="34" charset="0"/>
              <a:buNone/>
              <a:defRPr sz="1400" b="0" i="0" kern="1200" cap="all" baseline="0">
                <a:solidFill>
                  <a:schemeClr val="bg2"/>
                </a:solidFill>
                <a:latin typeface="Consolas" pitchFamily="2" charset="77"/>
                <a:ea typeface="+mn-ea"/>
                <a:cs typeface="Consolas" pitchFamily="2" charset="77"/>
              </a:defRPr>
            </a:lvl1pPr>
            <a:lvl2pPr marL="457024"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04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073"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09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3635"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66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686"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71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TECHNICAL PREVIEW</a:t>
            </a:r>
          </a:p>
        </p:txBody>
      </p:sp>
    </p:spTree>
    <p:extLst>
      <p:ext uri="{BB962C8B-B14F-4D97-AF65-F5344CB8AC3E}">
        <p14:creationId xmlns:p14="http://schemas.microsoft.com/office/powerpoint/2010/main" val="512381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62604-57FC-F804-91F7-4D73A996993A}"/>
            </a:ext>
          </a:extLst>
        </p:cNvPr>
        <p:cNvGrpSpPr/>
        <p:nvPr/>
      </p:nvGrpSpPr>
      <p:grpSpPr>
        <a:xfrm>
          <a:off x="0" y="0"/>
          <a:ext cx="0" cy="0"/>
          <a:chOff x="0" y="0"/>
          <a:chExt cx="0" cy="0"/>
        </a:xfrm>
      </p:grpSpPr>
      <p:pic>
        <p:nvPicPr>
          <p:cNvPr id="29" name="Picture 28" descr="A screenshot of a computer&#10;&#10;AI-generated content may be incorrect.">
            <a:extLst>
              <a:ext uri="{FF2B5EF4-FFF2-40B4-BE49-F238E27FC236}">
                <a16:creationId xmlns:a16="http://schemas.microsoft.com/office/drawing/2014/main" id="{A35DA22F-50EB-1BB5-2800-933EF7387268}"/>
              </a:ext>
            </a:extLst>
          </p:cNvPr>
          <p:cNvPicPr>
            <a:picLocks noChangeAspect="1"/>
          </p:cNvPicPr>
          <p:nvPr/>
        </p:nvPicPr>
        <p:blipFill>
          <a:blip r:embed="rId3"/>
          <a:srcRect r="1691"/>
          <a:stretch>
            <a:fillRect/>
          </a:stretch>
        </p:blipFill>
        <p:spPr>
          <a:xfrm>
            <a:off x="6354389" y="2419242"/>
            <a:ext cx="5714937" cy="3785395"/>
          </a:xfrm>
          <a:prstGeom prst="rect">
            <a:avLst/>
          </a:prstGeom>
        </p:spPr>
      </p:pic>
      <p:sp>
        <p:nvSpPr>
          <p:cNvPr id="6" name="Rectangle 5">
            <a:extLst>
              <a:ext uri="{FF2B5EF4-FFF2-40B4-BE49-F238E27FC236}">
                <a16:creationId xmlns:a16="http://schemas.microsoft.com/office/drawing/2014/main" id="{0C4C058A-226C-C327-7B03-F1C55738617E}"/>
              </a:ext>
            </a:extLst>
          </p:cNvPr>
          <p:cNvSpPr/>
          <p:nvPr/>
        </p:nvSpPr>
        <p:spPr>
          <a:xfrm>
            <a:off x="6848329" y="5035984"/>
            <a:ext cx="5078114" cy="948836"/>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E03DBA7D-5F35-69C6-EF56-C290262F7703}"/>
              </a:ext>
            </a:extLst>
          </p:cNvPr>
          <p:cNvSpPr>
            <a:spLocks noGrp="1"/>
          </p:cNvSpPr>
          <p:nvPr>
            <p:ph type="sldNum" sz="quarter" idx="37"/>
          </p:nvPr>
        </p:nvSpPr>
        <p:spPr>
          <a:xfrm>
            <a:off x="9409515" y="6565902"/>
            <a:ext cx="2741613" cy="237463"/>
          </a:xfrm>
          <a:prstGeom prst="rect">
            <a:avLst/>
          </a:prstGeom>
        </p:spPr>
        <p:txBody>
          <a:bodyPr vert="horz" lIns="91440" tIns="45720" rIns="91440" bIns="45720" rtlCol="0" anchor="ctr"/>
          <a:lstStyle>
            <a:defPPr>
              <a:defRPr lang="en-US"/>
            </a:defPPr>
            <a:lvl1pPr marL="0" algn="r" defTabSz="914080" rtl="0" eaLnBrk="1" latinLnBrk="0" hangingPunct="1">
              <a:defRPr sz="1200" kern="1200">
                <a:solidFill>
                  <a:schemeClr val="tx1">
                    <a:tint val="82000"/>
                  </a:schemeClr>
                </a:solidFill>
                <a:latin typeface="+mn-lt"/>
                <a:ea typeface="+mn-ea"/>
                <a:cs typeface="+mn-cs"/>
              </a:defRPr>
            </a:lvl1pPr>
            <a:lvl2pPr marL="457040" algn="l" defTabSz="914080" rtl="0" eaLnBrk="1" latinLnBrk="0" hangingPunct="1">
              <a:defRPr sz="1799" kern="1200">
                <a:solidFill>
                  <a:schemeClr val="tx1"/>
                </a:solidFill>
                <a:latin typeface="+mn-lt"/>
                <a:ea typeface="+mn-ea"/>
                <a:cs typeface="+mn-cs"/>
              </a:defRPr>
            </a:lvl2pPr>
            <a:lvl3pPr marL="914080" algn="l" defTabSz="914080" rtl="0" eaLnBrk="1" latinLnBrk="0" hangingPunct="1">
              <a:defRPr sz="1799" kern="1200">
                <a:solidFill>
                  <a:schemeClr val="tx1"/>
                </a:solidFill>
                <a:latin typeface="+mn-lt"/>
                <a:ea typeface="+mn-ea"/>
                <a:cs typeface="+mn-cs"/>
              </a:defRPr>
            </a:lvl3pPr>
            <a:lvl4pPr marL="1371120" algn="l" defTabSz="914080" rtl="0" eaLnBrk="1" latinLnBrk="0" hangingPunct="1">
              <a:defRPr sz="1799" kern="1200">
                <a:solidFill>
                  <a:schemeClr val="tx1"/>
                </a:solidFill>
                <a:latin typeface="+mn-lt"/>
                <a:ea typeface="+mn-ea"/>
                <a:cs typeface="+mn-cs"/>
              </a:defRPr>
            </a:lvl4pPr>
            <a:lvl5pPr marL="1828160" algn="l" defTabSz="914080" rtl="0" eaLnBrk="1" latinLnBrk="0" hangingPunct="1">
              <a:defRPr sz="1799" kern="1200">
                <a:solidFill>
                  <a:schemeClr val="tx1"/>
                </a:solidFill>
                <a:latin typeface="+mn-lt"/>
                <a:ea typeface="+mn-ea"/>
                <a:cs typeface="+mn-cs"/>
              </a:defRPr>
            </a:lvl5pPr>
            <a:lvl6pPr marL="2285200" algn="l" defTabSz="914080" rtl="0" eaLnBrk="1" latinLnBrk="0" hangingPunct="1">
              <a:defRPr sz="1799" kern="1200">
                <a:solidFill>
                  <a:schemeClr val="tx1"/>
                </a:solidFill>
                <a:latin typeface="+mn-lt"/>
                <a:ea typeface="+mn-ea"/>
                <a:cs typeface="+mn-cs"/>
              </a:defRPr>
            </a:lvl6pPr>
            <a:lvl7pPr marL="2742240" algn="l" defTabSz="914080" rtl="0" eaLnBrk="1" latinLnBrk="0" hangingPunct="1">
              <a:defRPr sz="1799" kern="1200">
                <a:solidFill>
                  <a:schemeClr val="tx1"/>
                </a:solidFill>
                <a:latin typeface="+mn-lt"/>
                <a:ea typeface="+mn-ea"/>
                <a:cs typeface="+mn-cs"/>
              </a:defRPr>
            </a:lvl7pPr>
            <a:lvl8pPr marL="3199280" algn="l" defTabSz="914080" rtl="0" eaLnBrk="1" latinLnBrk="0" hangingPunct="1">
              <a:defRPr sz="1799" kern="1200">
                <a:solidFill>
                  <a:schemeClr val="tx1"/>
                </a:solidFill>
                <a:latin typeface="+mn-lt"/>
                <a:ea typeface="+mn-ea"/>
                <a:cs typeface="+mn-cs"/>
              </a:defRPr>
            </a:lvl8pPr>
            <a:lvl9pPr marL="3656320" algn="l" defTabSz="914080" rtl="0" eaLnBrk="1" latinLnBrk="0" hangingPunct="1">
              <a:defRPr sz="1799" kern="1200">
                <a:solidFill>
                  <a:schemeClr val="tx1"/>
                </a:solidFill>
                <a:latin typeface="+mn-lt"/>
                <a:ea typeface="+mn-ea"/>
                <a:cs typeface="+mn-cs"/>
              </a:defRPr>
            </a:lvl9pPr>
          </a:lstStyle>
          <a:p>
            <a:fld id="{33B31415-8031-C145-812D-7EC4C965D339}" type="slidenum">
              <a:rPr lang="en-US" smtClean="0"/>
              <a:pPr/>
              <a:t>7</a:t>
            </a:fld>
            <a:endParaRPr lang="en-US"/>
          </a:p>
        </p:txBody>
      </p:sp>
      <p:sp>
        <p:nvSpPr>
          <p:cNvPr id="5" name="TextBox 4">
            <a:extLst>
              <a:ext uri="{FF2B5EF4-FFF2-40B4-BE49-F238E27FC236}">
                <a16:creationId xmlns:a16="http://schemas.microsoft.com/office/drawing/2014/main" id="{52F65DAD-5491-D123-84C9-06F4EC030562}"/>
              </a:ext>
            </a:extLst>
          </p:cNvPr>
          <p:cNvSpPr txBox="1"/>
          <p:nvPr/>
        </p:nvSpPr>
        <p:spPr>
          <a:xfrm>
            <a:off x="261794" y="1999253"/>
            <a:ext cx="6269182" cy="2861937"/>
          </a:xfrm>
          <a:prstGeom prst="rect">
            <a:avLst/>
          </a:prstGeom>
          <a:noFill/>
        </p:spPr>
        <p:txBody>
          <a:bodyPr wrap="square">
            <a:spAutoFit/>
          </a:bodyPr>
          <a:lstStyle/>
          <a:p>
            <a:r>
              <a:rPr lang="fr-FR" sz="2199" dirty="0">
                <a:latin typeface="Aptos" pitchFamily="2" charset="77"/>
                <a:cs typeface="Aptos" pitchFamily="2" charset="77"/>
              </a:rPr>
              <a:t>Écrivez du code </a:t>
            </a:r>
            <a:r>
              <a:rPr lang="fr-FR" sz="2199" dirty="0" err="1">
                <a:latin typeface="Aptos" pitchFamily="2" charset="77"/>
                <a:cs typeface="Aptos" pitchFamily="2" charset="77"/>
              </a:rPr>
              <a:t>Markdown</a:t>
            </a:r>
            <a:r>
              <a:rPr lang="fr-FR" sz="2199" dirty="0">
                <a:latin typeface="Aptos" pitchFamily="2" charset="77"/>
                <a:cs typeface="Aptos" pitchFamily="2" charset="77"/>
              </a:rPr>
              <a:t> simple pour définir vos besoins en matière d'automatisation :</a:t>
            </a:r>
          </a:p>
          <a:p>
            <a:endParaRPr lang="en-US" sz="2199" dirty="0">
              <a:latin typeface="Aptos" pitchFamily="2" charset="77"/>
              <a:cs typeface="Aptos" pitchFamily="2" charset="77"/>
            </a:endParaRPr>
          </a:p>
          <a:p>
            <a:pPr marL="342906" indent="-342906">
              <a:buClr>
                <a:schemeClr val="tx1"/>
              </a:buClr>
              <a:buFont typeface="Arial" panose="020B0604020202020204" pitchFamily="34" charset="0"/>
              <a:buChar char="•"/>
            </a:pPr>
            <a:r>
              <a:rPr lang="fr-FR" sz="2000" dirty="0">
                <a:latin typeface="Aptos" pitchFamily="2" charset="77"/>
                <a:cs typeface="Aptos" pitchFamily="2" charset="77"/>
              </a:rPr>
              <a:t>Rédigez les instructions en langage naturel.</a:t>
            </a:r>
            <a:br>
              <a:rPr lang="en-US" sz="2000" dirty="0">
                <a:latin typeface="Aptos" pitchFamily="2" charset="77"/>
                <a:cs typeface="Aptos" pitchFamily="2" charset="77"/>
              </a:rPr>
            </a:br>
            <a:r>
              <a:rPr lang="en-US" sz="1600" dirty="0">
                <a:solidFill>
                  <a:schemeClr val="bg1">
                    <a:lumMod val="50000"/>
                    <a:lumOff val="50000"/>
                  </a:schemeClr>
                </a:solidFill>
                <a:latin typeface="Aptos" pitchFamily="2" charset="77"/>
                <a:cs typeface="Aptos" pitchFamily="2" charset="77"/>
              </a:rPr>
              <a:t>Markdown file  </a:t>
            </a:r>
            <a:r>
              <a:rPr lang="en-US" sz="1600" dirty="0">
                <a:solidFill>
                  <a:schemeClr val="bg1">
                    <a:lumMod val="50000"/>
                    <a:lumOff val="50000"/>
                  </a:schemeClr>
                </a:solidFill>
                <a:latin typeface="Consolas" pitchFamily="2" charset="77"/>
                <a:cs typeface="Consolas" pitchFamily="2" charset="77"/>
              </a:rPr>
              <a:t>*.md</a:t>
            </a:r>
            <a:br>
              <a:rPr lang="en-US" sz="2000" dirty="0">
                <a:latin typeface="Consolas" pitchFamily="2" charset="77"/>
                <a:cs typeface="Consolas" pitchFamily="2" charset="77"/>
              </a:rPr>
            </a:br>
            <a:endParaRPr lang="en-US" sz="2000" dirty="0">
              <a:latin typeface="Consolas" pitchFamily="2" charset="77"/>
              <a:cs typeface="Consolas" pitchFamily="2" charset="77"/>
            </a:endParaRPr>
          </a:p>
          <a:p>
            <a:pPr marL="342906" indent="-342906">
              <a:buClr>
                <a:schemeClr val="tx1"/>
              </a:buClr>
              <a:buFont typeface="Arial" panose="020B0604020202020204" pitchFamily="34" charset="0"/>
              <a:buChar char="•"/>
            </a:pPr>
            <a:r>
              <a:rPr lang="fr-FR" sz="2000" dirty="0">
                <a:latin typeface="Aptos" pitchFamily="2" charset="77"/>
                <a:cs typeface="Aptos" pitchFamily="2" charset="77"/>
              </a:rPr>
              <a:t>Compiler pour valider et générer un workflow exécutable.</a:t>
            </a:r>
            <a:br>
              <a:rPr lang="en-US" sz="2000" dirty="0">
                <a:latin typeface="Aptos" pitchFamily="2" charset="77"/>
                <a:cs typeface="Aptos" pitchFamily="2" charset="77"/>
              </a:rPr>
            </a:br>
            <a:br>
              <a:rPr lang="en-US" sz="200" dirty="0">
                <a:latin typeface="Aptos" pitchFamily="2" charset="77"/>
                <a:cs typeface="Aptos" pitchFamily="2" charset="77"/>
              </a:rPr>
            </a:br>
            <a:r>
              <a:rPr lang="en-US" sz="1600" dirty="0">
                <a:solidFill>
                  <a:schemeClr val="bg1">
                    <a:lumMod val="50000"/>
                    <a:lumOff val="50000"/>
                  </a:schemeClr>
                </a:solidFill>
                <a:latin typeface="Aptos" pitchFamily="2" charset="77"/>
                <a:cs typeface="Aptos" pitchFamily="2" charset="77"/>
              </a:rPr>
              <a:t>Yaml file  </a:t>
            </a:r>
            <a:r>
              <a:rPr lang="en-US" sz="1600" dirty="0">
                <a:solidFill>
                  <a:schemeClr val="bg1">
                    <a:lumMod val="50000"/>
                    <a:lumOff val="50000"/>
                  </a:schemeClr>
                </a:solidFill>
                <a:latin typeface="Consolas" pitchFamily="2" charset="77"/>
                <a:cs typeface="Consolas" pitchFamily="2" charset="77"/>
              </a:rPr>
              <a:t>*.lock.yml</a:t>
            </a:r>
          </a:p>
        </p:txBody>
      </p:sp>
      <p:sp>
        <p:nvSpPr>
          <p:cNvPr id="61" name="Google Shape;1420;p105">
            <a:extLst>
              <a:ext uri="{FF2B5EF4-FFF2-40B4-BE49-F238E27FC236}">
                <a16:creationId xmlns:a16="http://schemas.microsoft.com/office/drawing/2014/main" id="{C8BC51ED-AF99-C1DA-FBF2-43705052D656}"/>
              </a:ext>
            </a:extLst>
          </p:cNvPr>
          <p:cNvSpPr/>
          <p:nvPr/>
        </p:nvSpPr>
        <p:spPr>
          <a:xfrm>
            <a:off x="784404" y="422517"/>
            <a:ext cx="2535128" cy="45719"/>
          </a:xfrm>
          <a:prstGeom prst="rect">
            <a:avLst/>
          </a:prstGeom>
          <a:gradFill>
            <a:gsLst>
              <a:gs pos="0">
                <a:srgbClr val="C693FF"/>
              </a:gs>
              <a:gs pos="42000">
                <a:srgbClr val="6533FE"/>
              </a:gs>
              <a:gs pos="69000">
                <a:srgbClr val="0840F0"/>
              </a:gs>
              <a:gs pos="100000">
                <a:srgbClr val="60ED83"/>
              </a:gs>
            </a:gsLst>
            <a:lin ang="0" scaled="0"/>
          </a:gradFill>
          <a:ln>
            <a:noFill/>
          </a:ln>
        </p:spPr>
        <p:txBody>
          <a:bodyPr spcFirstLastPara="1" wrap="square" lIns="91426" tIns="91426" rIns="91426" bIns="91426" anchor="ctr" anchorCtr="0">
            <a:noAutofit/>
          </a:bodyPr>
          <a:lstStyle/>
          <a:p>
            <a:pPr algn="ctr"/>
            <a:endParaRPr/>
          </a:p>
        </p:txBody>
      </p:sp>
      <p:sp>
        <p:nvSpPr>
          <p:cNvPr id="62" name="Rounded Rectangle 61">
            <a:extLst>
              <a:ext uri="{FF2B5EF4-FFF2-40B4-BE49-F238E27FC236}">
                <a16:creationId xmlns:a16="http://schemas.microsoft.com/office/drawing/2014/main" id="{DDF535BD-F652-5434-FC08-1CC007E4B7DF}"/>
              </a:ext>
            </a:extLst>
          </p:cNvPr>
          <p:cNvSpPr/>
          <p:nvPr/>
        </p:nvSpPr>
        <p:spPr>
          <a:xfrm>
            <a:off x="424817" y="227377"/>
            <a:ext cx="373739" cy="373747"/>
          </a:xfrm>
          <a:prstGeom prst="roundRect">
            <a:avLst/>
          </a:prstGeom>
          <a:solidFill>
            <a:schemeClr val="bg1"/>
          </a:solidFill>
          <a:ln w="25400">
            <a:solidFill>
              <a:srgbClr val="C69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Google Shape;1420;p105">
            <a:extLst>
              <a:ext uri="{FF2B5EF4-FFF2-40B4-BE49-F238E27FC236}">
                <a16:creationId xmlns:a16="http://schemas.microsoft.com/office/drawing/2014/main" id="{FF157985-A5FF-2711-66FA-49FC110E9BC8}"/>
              </a:ext>
            </a:extLst>
          </p:cNvPr>
          <p:cNvSpPr/>
          <p:nvPr/>
        </p:nvSpPr>
        <p:spPr>
          <a:xfrm>
            <a:off x="1396144" y="417527"/>
            <a:ext cx="2284082" cy="50709"/>
          </a:xfrm>
          <a:prstGeom prst="rect">
            <a:avLst/>
          </a:prstGeom>
          <a:solidFill>
            <a:schemeClr val="bg1">
              <a:lumMod val="65000"/>
              <a:lumOff val="35000"/>
            </a:schemeClr>
          </a:solidFill>
          <a:ln>
            <a:noFill/>
          </a:ln>
        </p:spPr>
        <p:txBody>
          <a:bodyPr spcFirstLastPara="1" wrap="square" lIns="91426" tIns="91426" rIns="91426" bIns="91426" anchor="ctr" anchorCtr="0">
            <a:noAutofit/>
          </a:bodyPr>
          <a:lstStyle/>
          <a:p>
            <a:pPr algn="ctr"/>
            <a:endParaRPr/>
          </a:p>
        </p:txBody>
      </p:sp>
      <p:sp>
        <p:nvSpPr>
          <p:cNvPr id="64" name="Rounded Rectangle 63">
            <a:extLst>
              <a:ext uri="{FF2B5EF4-FFF2-40B4-BE49-F238E27FC236}">
                <a16:creationId xmlns:a16="http://schemas.microsoft.com/office/drawing/2014/main" id="{89C2C7FC-73BD-31C2-ED8C-3B2C861DB7F3}"/>
              </a:ext>
            </a:extLst>
          </p:cNvPr>
          <p:cNvSpPr/>
          <p:nvPr/>
        </p:nvSpPr>
        <p:spPr>
          <a:xfrm>
            <a:off x="3306489"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ounded Rectangle 64">
            <a:extLst>
              <a:ext uri="{FF2B5EF4-FFF2-40B4-BE49-F238E27FC236}">
                <a16:creationId xmlns:a16="http://schemas.microsoft.com/office/drawing/2014/main" id="{DEE3AA70-3D5C-236E-2DA5-C9884506CF12}"/>
              </a:ext>
            </a:extLst>
          </p:cNvPr>
          <p:cNvSpPr/>
          <p:nvPr/>
        </p:nvSpPr>
        <p:spPr>
          <a:xfrm>
            <a:off x="2347685"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6" name="Google Shape;1093;p63">
            <a:extLst>
              <a:ext uri="{FF2B5EF4-FFF2-40B4-BE49-F238E27FC236}">
                <a16:creationId xmlns:a16="http://schemas.microsoft.com/office/drawing/2014/main" id="{A8365553-2AC6-8323-4DC1-04AC2226A4F4}"/>
              </a:ext>
              <a:ext uri="{C183D7F6-B498-43B3-948B-1728B52AA6E4}">
                <adec:decorative xmlns:adec="http://schemas.microsoft.com/office/drawing/2017/decorative" val="1"/>
              </a:ext>
            </a:extLst>
          </p:cNvPr>
          <p:cNvGrpSpPr/>
          <p:nvPr/>
        </p:nvGrpSpPr>
        <p:grpSpPr>
          <a:xfrm>
            <a:off x="489502" y="276904"/>
            <a:ext cx="257028" cy="242690"/>
            <a:chOff x="4372769" y="2910304"/>
            <a:chExt cx="56755" cy="52725"/>
          </a:xfrm>
          <a:solidFill>
            <a:schemeClr val="tx1"/>
          </a:solidFill>
        </p:grpSpPr>
        <p:sp>
          <p:nvSpPr>
            <p:cNvPr id="67" name="Google Shape;1094;p63">
              <a:extLst>
                <a:ext uri="{FF2B5EF4-FFF2-40B4-BE49-F238E27FC236}">
                  <a16:creationId xmlns:a16="http://schemas.microsoft.com/office/drawing/2014/main" id="{B697FB4C-01FD-6DD3-8155-1A39FD42E432}"/>
                </a:ext>
              </a:extLst>
            </p:cNvPr>
            <p:cNvSpPr/>
            <p:nvPr/>
          </p:nvSpPr>
          <p:spPr>
            <a:xfrm>
              <a:off x="4372769" y="2910304"/>
              <a:ext cx="51900" cy="52725"/>
            </a:xfrm>
            <a:custGeom>
              <a:avLst/>
              <a:gdLst/>
              <a:ahLst/>
              <a:cxnLst/>
              <a:rect l="l" t="t" r="r" b="b"/>
              <a:pathLst>
                <a:path w="2076" h="2109" extrusionOk="0">
                  <a:moveTo>
                    <a:pt x="77" y="0"/>
                  </a:moveTo>
                  <a:cubicBezTo>
                    <a:pt x="34" y="0"/>
                    <a:pt x="1" y="34"/>
                    <a:pt x="1" y="76"/>
                  </a:cubicBezTo>
                  <a:lnTo>
                    <a:pt x="1" y="2033"/>
                  </a:lnTo>
                  <a:cubicBezTo>
                    <a:pt x="1" y="2075"/>
                    <a:pt x="34" y="2109"/>
                    <a:pt x="77" y="2109"/>
                  </a:cubicBezTo>
                  <a:lnTo>
                    <a:pt x="1999" y="2109"/>
                  </a:lnTo>
                  <a:cubicBezTo>
                    <a:pt x="2041" y="2109"/>
                    <a:pt x="2075" y="2075"/>
                    <a:pt x="2075" y="2033"/>
                  </a:cubicBezTo>
                  <a:cubicBezTo>
                    <a:pt x="2075" y="1982"/>
                    <a:pt x="2041" y="1948"/>
                    <a:pt x="1999" y="1948"/>
                  </a:cubicBezTo>
                  <a:lnTo>
                    <a:pt x="152" y="1948"/>
                  </a:lnTo>
                  <a:lnTo>
                    <a:pt x="152" y="76"/>
                  </a:lnTo>
                  <a:cubicBezTo>
                    <a:pt x="152" y="34"/>
                    <a:pt x="119" y="0"/>
                    <a:pt x="77"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sp>
          <p:nvSpPr>
            <p:cNvPr id="68" name="Google Shape;1095;p63">
              <a:extLst>
                <a:ext uri="{FF2B5EF4-FFF2-40B4-BE49-F238E27FC236}">
                  <a16:creationId xmlns:a16="http://schemas.microsoft.com/office/drawing/2014/main" id="{0B75D8AB-F0ED-C7CF-7DD2-DC5D768B7ED6}"/>
                </a:ext>
              </a:extLst>
            </p:cNvPr>
            <p:cNvSpPr/>
            <p:nvPr/>
          </p:nvSpPr>
          <p:spPr>
            <a:xfrm>
              <a:off x="4381625" y="2922100"/>
              <a:ext cx="47900" cy="25125"/>
            </a:xfrm>
            <a:custGeom>
              <a:avLst/>
              <a:gdLst/>
              <a:ahLst/>
              <a:cxnLst/>
              <a:rect l="l" t="t" r="r" b="b"/>
              <a:pathLst>
                <a:path w="1916" h="1005" extrusionOk="0">
                  <a:moveTo>
                    <a:pt x="1831" y="1"/>
                  </a:moveTo>
                  <a:cubicBezTo>
                    <a:pt x="1810" y="1"/>
                    <a:pt x="1789" y="9"/>
                    <a:pt x="1772" y="26"/>
                  </a:cubicBezTo>
                  <a:lnTo>
                    <a:pt x="1173" y="633"/>
                  </a:lnTo>
                  <a:lnTo>
                    <a:pt x="777" y="237"/>
                  </a:lnTo>
                  <a:cubicBezTo>
                    <a:pt x="764" y="220"/>
                    <a:pt x="745" y="212"/>
                    <a:pt x="725" y="212"/>
                  </a:cubicBezTo>
                  <a:cubicBezTo>
                    <a:pt x="705" y="212"/>
                    <a:pt x="684" y="220"/>
                    <a:pt x="667" y="237"/>
                  </a:cubicBezTo>
                  <a:lnTo>
                    <a:pt x="35" y="869"/>
                  </a:lnTo>
                  <a:cubicBezTo>
                    <a:pt x="1" y="903"/>
                    <a:pt x="1" y="954"/>
                    <a:pt x="35" y="979"/>
                  </a:cubicBezTo>
                  <a:cubicBezTo>
                    <a:pt x="51" y="996"/>
                    <a:pt x="73" y="1004"/>
                    <a:pt x="93" y="1004"/>
                  </a:cubicBezTo>
                  <a:cubicBezTo>
                    <a:pt x="113" y="1004"/>
                    <a:pt x="132" y="996"/>
                    <a:pt x="144" y="979"/>
                  </a:cubicBezTo>
                  <a:lnTo>
                    <a:pt x="726" y="405"/>
                  </a:lnTo>
                  <a:lnTo>
                    <a:pt x="1114" y="793"/>
                  </a:lnTo>
                  <a:cubicBezTo>
                    <a:pt x="1131" y="810"/>
                    <a:pt x="1152" y="819"/>
                    <a:pt x="1172" y="819"/>
                  </a:cubicBezTo>
                  <a:cubicBezTo>
                    <a:pt x="1192" y="819"/>
                    <a:pt x="1211" y="810"/>
                    <a:pt x="1224" y="793"/>
                  </a:cubicBezTo>
                  <a:lnTo>
                    <a:pt x="1890" y="136"/>
                  </a:lnTo>
                  <a:cubicBezTo>
                    <a:pt x="1915" y="110"/>
                    <a:pt x="1915" y="60"/>
                    <a:pt x="1890" y="26"/>
                  </a:cubicBezTo>
                  <a:cubicBezTo>
                    <a:pt x="1873" y="9"/>
                    <a:pt x="1852" y="1"/>
                    <a:pt x="1831"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grpSp>
      <p:sp>
        <p:nvSpPr>
          <p:cNvPr id="69" name="Google Shape;1266;p65">
            <a:extLst>
              <a:ext uri="{FF2B5EF4-FFF2-40B4-BE49-F238E27FC236}">
                <a16:creationId xmlns:a16="http://schemas.microsoft.com/office/drawing/2014/main" id="{E88E0155-AC21-F1E6-E49B-D80B835096B5}"/>
              </a:ext>
            </a:extLst>
          </p:cNvPr>
          <p:cNvSpPr/>
          <p:nvPr/>
        </p:nvSpPr>
        <p:spPr>
          <a:xfrm>
            <a:off x="3406025" y="348631"/>
            <a:ext cx="192542" cy="195814"/>
          </a:xfrm>
          <a:custGeom>
            <a:avLst/>
            <a:gdLst/>
            <a:ahLst/>
            <a:cxnLst/>
            <a:rect l="l" t="t" r="r" b="b"/>
            <a:pathLst>
              <a:path w="1687" h="1688" extrusionOk="0">
                <a:moveTo>
                  <a:pt x="177" y="1"/>
                </a:moveTo>
                <a:cubicBezTo>
                  <a:pt x="76" y="1"/>
                  <a:pt x="0" y="76"/>
                  <a:pt x="0" y="178"/>
                </a:cubicBezTo>
                <a:lnTo>
                  <a:pt x="0" y="1181"/>
                </a:lnTo>
                <a:cubicBezTo>
                  <a:pt x="0" y="1282"/>
                  <a:pt x="76" y="1367"/>
                  <a:pt x="177" y="1367"/>
                </a:cubicBezTo>
                <a:lnTo>
                  <a:pt x="312" y="1367"/>
                </a:lnTo>
                <a:lnTo>
                  <a:pt x="312" y="1527"/>
                </a:lnTo>
                <a:cubicBezTo>
                  <a:pt x="312" y="1611"/>
                  <a:pt x="380" y="1687"/>
                  <a:pt x="464" y="1687"/>
                </a:cubicBezTo>
                <a:cubicBezTo>
                  <a:pt x="506" y="1687"/>
                  <a:pt x="549" y="1670"/>
                  <a:pt x="574" y="1637"/>
                </a:cubicBezTo>
                <a:lnTo>
                  <a:pt x="844" y="1367"/>
                </a:lnTo>
                <a:lnTo>
                  <a:pt x="1501" y="1367"/>
                </a:lnTo>
                <a:cubicBezTo>
                  <a:pt x="1603" y="1367"/>
                  <a:pt x="1687" y="1282"/>
                  <a:pt x="1687" y="1181"/>
                </a:cubicBezTo>
                <a:lnTo>
                  <a:pt x="1687" y="178"/>
                </a:lnTo>
                <a:cubicBezTo>
                  <a:pt x="1687" y="76"/>
                  <a:pt x="1603" y="1"/>
                  <a:pt x="1501" y="1"/>
                </a:cubicBezTo>
                <a:close/>
                <a:moveTo>
                  <a:pt x="152" y="178"/>
                </a:moveTo>
                <a:cubicBezTo>
                  <a:pt x="152" y="169"/>
                  <a:pt x="169" y="152"/>
                  <a:pt x="177" y="152"/>
                </a:cubicBezTo>
                <a:lnTo>
                  <a:pt x="1501" y="152"/>
                </a:lnTo>
                <a:cubicBezTo>
                  <a:pt x="1510" y="152"/>
                  <a:pt x="1527" y="169"/>
                  <a:pt x="1527" y="178"/>
                </a:cubicBezTo>
                <a:lnTo>
                  <a:pt x="1527" y="1181"/>
                </a:lnTo>
                <a:cubicBezTo>
                  <a:pt x="1527" y="1198"/>
                  <a:pt x="1510" y="1206"/>
                  <a:pt x="1501" y="1206"/>
                </a:cubicBezTo>
                <a:lnTo>
                  <a:pt x="810" y="1206"/>
                </a:lnTo>
                <a:cubicBezTo>
                  <a:pt x="793" y="1206"/>
                  <a:pt x="776" y="1215"/>
                  <a:pt x="759" y="1232"/>
                </a:cubicBezTo>
                <a:lnTo>
                  <a:pt x="473" y="1518"/>
                </a:lnTo>
                <a:lnTo>
                  <a:pt x="473" y="1291"/>
                </a:lnTo>
                <a:cubicBezTo>
                  <a:pt x="473" y="1249"/>
                  <a:pt x="439" y="1206"/>
                  <a:pt x="388" y="1206"/>
                </a:cubicBezTo>
                <a:lnTo>
                  <a:pt x="177" y="1206"/>
                </a:lnTo>
                <a:cubicBezTo>
                  <a:pt x="169" y="1206"/>
                  <a:pt x="152" y="1198"/>
                  <a:pt x="152" y="1181"/>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nvGrpSpPr>
          <p:cNvPr id="70" name="Group 69">
            <a:extLst>
              <a:ext uri="{FF2B5EF4-FFF2-40B4-BE49-F238E27FC236}">
                <a16:creationId xmlns:a16="http://schemas.microsoft.com/office/drawing/2014/main" id="{2D839664-56BC-5CC2-E51A-B5CFD1DE4962}"/>
              </a:ext>
            </a:extLst>
          </p:cNvPr>
          <p:cNvGrpSpPr/>
          <p:nvPr/>
        </p:nvGrpSpPr>
        <p:grpSpPr>
          <a:xfrm>
            <a:off x="2413311" y="299200"/>
            <a:ext cx="254222" cy="254222"/>
            <a:chOff x="3097145" y="1017785"/>
            <a:chExt cx="307292" cy="307292"/>
          </a:xfrm>
        </p:grpSpPr>
        <p:sp>
          <p:nvSpPr>
            <p:cNvPr id="71" name="Google Shape;1329;p65">
              <a:extLst>
                <a:ext uri="{FF2B5EF4-FFF2-40B4-BE49-F238E27FC236}">
                  <a16:creationId xmlns:a16="http://schemas.microsoft.com/office/drawing/2014/main" id="{673FC4C8-8CCA-6A4E-8083-07E7E3B48877}"/>
                </a:ext>
              </a:extLst>
            </p:cNvPr>
            <p:cNvSpPr/>
            <p:nvPr/>
          </p:nvSpPr>
          <p:spPr>
            <a:xfrm>
              <a:off x="3215558" y="1113681"/>
              <a:ext cx="92850" cy="114440"/>
            </a:xfrm>
            <a:custGeom>
              <a:avLst/>
              <a:gdLst/>
              <a:ahLst/>
              <a:cxnLst/>
              <a:rect l="l" t="t" r="r" b="b"/>
              <a:pathLst>
                <a:path w="701" h="864" extrusionOk="0">
                  <a:moveTo>
                    <a:pt x="54" y="0"/>
                  </a:moveTo>
                  <a:cubicBezTo>
                    <a:pt x="27" y="0"/>
                    <a:pt x="0" y="22"/>
                    <a:pt x="0" y="53"/>
                  </a:cubicBezTo>
                  <a:lnTo>
                    <a:pt x="0" y="812"/>
                  </a:lnTo>
                  <a:cubicBezTo>
                    <a:pt x="0" y="842"/>
                    <a:pt x="27" y="864"/>
                    <a:pt x="54" y="864"/>
                  </a:cubicBezTo>
                  <a:cubicBezTo>
                    <a:pt x="65" y="864"/>
                    <a:pt x="75" y="861"/>
                    <a:pt x="84" y="854"/>
                  </a:cubicBezTo>
                  <a:lnTo>
                    <a:pt x="675" y="474"/>
                  </a:lnTo>
                  <a:cubicBezTo>
                    <a:pt x="700" y="458"/>
                    <a:pt x="700" y="407"/>
                    <a:pt x="675" y="390"/>
                  </a:cubicBezTo>
                  <a:lnTo>
                    <a:pt x="84" y="11"/>
                  </a:lnTo>
                  <a:cubicBezTo>
                    <a:pt x="75" y="4"/>
                    <a:pt x="65" y="0"/>
                    <a:pt x="54" y="0"/>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72" name="Google Shape;1330;p65">
              <a:extLst>
                <a:ext uri="{FF2B5EF4-FFF2-40B4-BE49-F238E27FC236}">
                  <a16:creationId xmlns:a16="http://schemas.microsoft.com/office/drawing/2014/main" id="{38E53A4F-A2B5-A1C8-586F-A31840C6812E}"/>
                </a:ext>
              </a:extLst>
            </p:cNvPr>
            <p:cNvSpPr/>
            <p:nvPr/>
          </p:nvSpPr>
          <p:spPr>
            <a:xfrm>
              <a:off x="3097145" y="1017785"/>
              <a:ext cx="307292" cy="307292"/>
            </a:xfrm>
            <a:custGeom>
              <a:avLst/>
              <a:gdLst/>
              <a:ahLst/>
              <a:cxnLst/>
              <a:rect l="l" t="t" r="r" b="b"/>
              <a:pathLst>
                <a:path w="2320" h="2320" extrusionOk="0">
                  <a:moveTo>
                    <a:pt x="1164" y="153"/>
                  </a:moveTo>
                  <a:cubicBezTo>
                    <a:pt x="607" y="153"/>
                    <a:pt x="160" y="600"/>
                    <a:pt x="160" y="1156"/>
                  </a:cubicBezTo>
                  <a:cubicBezTo>
                    <a:pt x="160" y="1713"/>
                    <a:pt x="607" y="2160"/>
                    <a:pt x="1164" y="2160"/>
                  </a:cubicBezTo>
                  <a:cubicBezTo>
                    <a:pt x="1712" y="2160"/>
                    <a:pt x="2159" y="1713"/>
                    <a:pt x="2159" y="1156"/>
                  </a:cubicBezTo>
                  <a:cubicBezTo>
                    <a:pt x="2159" y="600"/>
                    <a:pt x="1712" y="153"/>
                    <a:pt x="1164" y="153"/>
                  </a:cubicBezTo>
                  <a:close/>
                  <a:moveTo>
                    <a:pt x="0" y="1156"/>
                  </a:moveTo>
                  <a:cubicBezTo>
                    <a:pt x="0" y="515"/>
                    <a:pt x="523" y="1"/>
                    <a:pt x="1164" y="1"/>
                  </a:cubicBezTo>
                  <a:cubicBezTo>
                    <a:pt x="1796" y="1"/>
                    <a:pt x="2319" y="515"/>
                    <a:pt x="2319" y="1156"/>
                  </a:cubicBezTo>
                  <a:cubicBezTo>
                    <a:pt x="2319" y="1797"/>
                    <a:pt x="1796" y="2320"/>
                    <a:pt x="1164" y="2320"/>
                  </a:cubicBezTo>
                  <a:cubicBezTo>
                    <a:pt x="523" y="2320"/>
                    <a:pt x="0" y="1797"/>
                    <a:pt x="0" y="1156"/>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sp>
        <p:nvSpPr>
          <p:cNvPr id="73" name="Rounded Rectangle 72">
            <a:extLst>
              <a:ext uri="{FF2B5EF4-FFF2-40B4-BE49-F238E27FC236}">
                <a16:creationId xmlns:a16="http://schemas.microsoft.com/office/drawing/2014/main" id="{8E81D91A-17D7-96A5-CB6C-67F53B6CBC04}"/>
              </a:ext>
            </a:extLst>
          </p:cNvPr>
          <p:cNvSpPr/>
          <p:nvPr/>
        </p:nvSpPr>
        <p:spPr>
          <a:xfrm>
            <a:off x="1351842" y="157300"/>
            <a:ext cx="554006" cy="554016"/>
          </a:xfrm>
          <a:prstGeom prst="roundRect">
            <a:avLst/>
          </a:prstGeom>
          <a:solidFill>
            <a:srgbClr val="6533FE"/>
          </a:solidFill>
          <a:ln w="38100">
            <a:solidFill>
              <a:srgbClr val="6533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Text Placeholder 18">
            <a:extLst>
              <a:ext uri="{FF2B5EF4-FFF2-40B4-BE49-F238E27FC236}">
                <a16:creationId xmlns:a16="http://schemas.microsoft.com/office/drawing/2014/main" id="{4FFFB3A2-2B9D-6743-7AFC-E9EC42486902}"/>
              </a:ext>
            </a:extLst>
          </p:cNvPr>
          <p:cNvSpPr txBox="1">
            <a:spLocks/>
          </p:cNvSpPr>
          <p:nvPr/>
        </p:nvSpPr>
        <p:spPr>
          <a:xfrm>
            <a:off x="240840" y="1136046"/>
            <a:ext cx="8136102" cy="613292"/>
          </a:xfrm>
          <a:prstGeom prst="rect">
            <a:avLst/>
          </a:prstGeom>
        </p:spPr>
        <p:txBody>
          <a:bodyPr/>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Aptos"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4000" b="1" dirty="0">
                <a:latin typeface="Aptos" pitchFamily="2" charset="77"/>
                <a:cs typeface="Aptos" pitchFamily="2" charset="77"/>
              </a:rPr>
              <a:t>GitHub Agentic Workflows</a:t>
            </a:r>
          </a:p>
        </p:txBody>
      </p:sp>
      <p:grpSp>
        <p:nvGrpSpPr>
          <p:cNvPr id="15" name="Group 14">
            <a:extLst>
              <a:ext uri="{FF2B5EF4-FFF2-40B4-BE49-F238E27FC236}">
                <a16:creationId xmlns:a16="http://schemas.microsoft.com/office/drawing/2014/main" id="{9A7E37EE-67B6-36CA-1A4B-A4CEE177756B}"/>
              </a:ext>
            </a:extLst>
          </p:cNvPr>
          <p:cNvGrpSpPr/>
          <p:nvPr/>
        </p:nvGrpSpPr>
        <p:grpSpPr>
          <a:xfrm>
            <a:off x="715339" y="5142228"/>
            <a:ext cx="3904388" cy="781371"/>
            <a:chOff x="953172" y="3716669"/>
            <a:chExt cx="3904388" cy="781371"/>
          </a:xfrm>
        </p:grpSpPr>
        <p:grpSp>
          <p:nvGrpSpPr>
            <p:cNvPr id="18" name="Group 17">
              <a:extLst>
                <a:ext uri="{FF2B5EF4-FFF2-40B4-BE49-F238E27FC236}">
                  <a16:creationId xmlns:a16="http://schemas.microsoft.com/office/drawing/2014/main" id="{391FB43D-4280-C270-A634-8FE77F51AB20}"/>
                </a:ext>
              </a:extLst>
            </p:cNvPr>
            <p:cNvGrpSpPr/>
            <p:nvPr/>
          </p:nvGrpSpPr>
          <p:grpSpPr>
            <a:xfrm>
              <a:off x="992837" y="3806063"/>
              <a:ext cx="3589369" cy="504850"/>
              <a:chOff x="480455" y="5385165"/>
              <a:chExt cx="3589369" cy="504850"/>
            </a:xfrm>
          </p:grpSpPr>
          <p:grpSp>
            <p:nvGrpSpPr>
              <p:cNvPr id="28" name="Group 27">
                <a:extLst>
                  <a:ext uri="{FF2B5EF4-FFF2-40B4-BE49-F238E27FC236}">
                    <a16:creationId xmlns:a16="http://schemas.microsoft.com/office/drawing/2014/main" id="{33FC955A-B93D-CC20-C0DE-B14971083145}"/>
                  </a:ext>
                </a:extLst>
              </p:cNvPr>
              <p:cNvGrpSpPr/>
              <p:nvPr/>
            </p:nvGrpSpPr>
            <p:grpSpPr>
              <a:xfrm>
                <a:off x="3354992" y="5450142"/>
                <a:ext cx="714832" cy="431488"/>
                <a:chOff x="7270924" y="3653239"/>
                <a:chExt cx="714832" cy="431488"/>
              </a:xfrm>
            </p:grpSpPr>
            <p:sp>
              <p:nvSpPr>
                <p:cNvPr id="35" name="Google Shape;1451;p66">
                  <a:extLst>
                    <a:ext uri="{FF2B5EF4-FFF2-40B4-BE49-F238E27FC236}">
                      <a16:creationId xmlns:a16="http://schemas.microsoft.com/office/drawing/2014/main" id="{4B973DF1-B3B5-B7F9-99AA-B013DCBC4FE6}"/>
                    </a:ext>
                  </a:extLst>
                </p:cNvPr>
                <p:cNvSpPr/>
                <p:nvPr/>
              </p:nvSpPr>
              <p:spPr>
                <a:xfrm>
                  <a:off x="7632757" y="3653239"/>
                  <a:ext cx="352999" cy="431488"/>
                </a:xfrm>
                <a:custGeom>
                  <a:avLst/>
                  <a:gdLst/>
                  <a:ahLst/>
                  <a:cxnLst/>
                  <a:rect l="l" t="t" r="r" b="b"/>
                  <a:pathLst>
                    <a:path w="1898" h="2320" extrusionOk="0">
                      <a:moveTo>
                        <a:pt x="1" y="211"/>
                      </a:moveTo>
                      <a:cubicBezTo>
                        <a:pt x="1" y="93"/>
                        <a:pt x="93" y="0"/>
                        <a:pt x="211" y="0"/>
                      </a:cubicBezTo>
                      <a:lnTo>
                        <a:pt x="1265" y="0"/>
                      </a:lnTo>
                      <a:cubicBezTo>
                        <a:pt x="1316" y="0"/>
                        <a:pt x="1375" y="17"/>
                        <a:pt x="1409" y="59"/>
                      </a:cubicBezTo>
                      <a:lnTo>
                        <a:pt x="1839" y="481"/>
                      </a:lnTo>
                      <a:cubicBezTo>
                        <a:pt x="1873" y="523"/>
                        <a:pt x="1898" y="574"/>
                        <a:pt x="1898" y="633"/>
                      </a:cubicBezTo>
                      <a:lnTo>
                        <a:pt x="1898" y="2109"/>
                      </a:lnTo>
                      <a:cubicBezTo>
                        <a:pt x="1898" y="2218"/>
                        <a:pt x="1805" y="2319"/>
                        <a:pt x="1687" y="2319"/>
                      </a:cubicBezTo>
                      <a:lnTo>
                        <a:pt x="186" y="2319"/>
                      </a:lnTo>
                      <a:cubicBezTo>
                        <a:pt x="144" y="2319"/>
                        <a:pt x="110" y="2277"/>
                        <a:pt x="110" y="2235"/>
                      </a:cubicBezTo>
                      <a:cubicBezTo>
                        <a:pt x="110" y="2193"/>
                        <a:pt x="144" y="2159"/>
                        <a:pt x="186" y="2159"/>
                      </a:cubicBezTo>
                      <a:lnTo>
                        <a:pt x="1687" y="2159"/>
                      </a:lnTo>
                      <a:cubicBezTo>
                        <a:pt x="1712" y="2159"/>
                        <a:pt x="1738" y="2134"/>
                        <a:pt x="1738" y="2109"/>
                      </a:cubicBezTo>
                      <a:lnTo>
                        <a:pt x="1738" y="785"/>
                      </a:lnTo>
                      <a:lnTo>
                        <a:pt x="1316" y="785"/>
                      </a:lnTo>
                      <a:cubicBezTo>
                        <a:pt x="1198" y="785"/>
                        <a:pt x="1105" y="692"/>
                        <a:pt x="1105" y="574"/>
                      </a:cubicBezTo>
                      <a:lnTo>
                        <a:pt x="1105" y="152"/>
                      </a:lnTo>
                      <a:lnTo>
                        <a:pt x="211" y="152"/>
                      </a:lnTo>
                      <a:cubicBezTo>
                        <a:pt x="186" y="152"/>
                        <a:pt x="161" y="177"/>
                        <a:pt x="161" y="211"/>
                      </a:cubicBezTo>
                      <a:lnTo>
                        <a:pt x="161" y="869"/>
                      </a:lnTo>
                      <a:cubicBezTo>
                        <a:pt x="161" y="911"/>
                        <a:pt x="127" y="945"/>
                        <a:pt x="76" y="945"/>
                      </a:cubicBezTo>
                      <a:cubicBezTo>
                        <a:pt x="34" y="945"/>
                        <a:pt x="1" y="911"/>
                        <a:pt x="1" y="869"/>
                      </a:cubicBezTo>
                      <a:close/>
                      <a:moveTo>
                        <a:pt x="1265" y="152"/>
                      </a:moveTo>
                      <a:lnTo>
                        <a:pt x="1265" y="574"/>
                      </a:lnTo>
                      <a:cubicBezTo>
                        <a:pt x="1265" y="608"/>
                        <a:pt x="1291" y="633"/>
                        <a:pt x="1316" y="633"/>
                      </a:cubicBezTo>
                      <a:lnTo>
                        <a:pt x="1738" y="633"/>
                      </a:lnTo>
                      <a:cubicBezTo>
                        <a:pt x="1738" y="616"/>
                        <a:pt x="1738" y="599"/>
                        <a:pt x="1721" y="591"/>
                      </a:cubicBezTo>
                      <a:lnTo>
                        <a:pt x="1299" y="169"/>
                      </a:lnTo>
                      <a:cubicBezTo>
                        <a:pt x="1291" y="161"/>
                        <a:pt x="1282" y="152"/>
                        <a:pt x="1265" y="152"/>
                      </a:cubicBezTo>
                      <a:close/>
                    </a:path>
                  </a:pathLst>
                </a:custGeom>
                <a:solidFill>
                  <a:schemeClr val="tx1"/>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rial"/>
                    <a:cs typeface="Arial"/>
                    <a:sym typeface="Arial"/>
                  </a:endParaRPr>
                </a:p>
              </p:txBody>
            </p:sp>
            <p:sp>
              <p:nvSpPr>
                <p:cNvPr id="36" name="TextBox 35">
                  <a:extLst>
                    <a:ext uri="{FF2B5EF4-FFF2-40B4-BE49-F238E27FC236}">
                      <a16:creationId xmlns:a16="http://schemas.microsoft.com/office/drawing/2014/main" id="{394E1F3F-1316-43A0-1DED-7FAA40429DE1}"/>
                    </a:ext>
                  </a:extLst>
                </p:cNvPr>
                <p:cNvSpPr txBox="1"/>
                <p:nvPr/>
              </p:nvSpPr>
              <p:spPr>
                <a:xfrm>
                  <a:off x="7270924" y="3765764"/>
                  <a:ext cx="510076" cy="307777"/>
                </a:xfrm>
                <a:prstGeom prst="rect">
                  <a:avLst/>
                </a:prstGeom>
                <a:noFill/>
              </p:spPr>
              <p:txBody>
                <a:bodyPr wrap="none" rtlCol="0">
                  <a:spAutoFit/>
                </a:bodyPr>
                <a:lstStyle/>
                <a:p>
                  <a:r>
                    <a:rPr lang="en-US" sz="1400" b="1" dirty="0">
                      <a:latin typeface="Aptos" pitchFamily="2" charset="77"/>
                      <a:cs typeface="Aptos" pitchFamily="2" charset="77"/>
                    </a:rPr>
                    <a:t>YML</a:t>
                  </a:r>
                </a:p>
              </p:txBody>
            </p:sp>
          </p:grpSp>
          <p:grpSp>
            <p:nvGrpSpPr>
              <p:cNvPr id="30" name="Group 29">
                <a:extLst>
                  <a:ext uri="{FF2B5EF4-FFF2-40B4-BE49-F238E27FC236}">
                    <a16:creationId xmlns:a16="http://schemas.microsoft.com/office/drawing/2014/main" id="{F2381314-EDA9-9177-6F0E-833AF4217D20}"/>
                  </a:ext>
                </a:extLst>
              </p:cNvPr>
              <p:cNvGrpSpPr/>
              <p:nvPr/>
            </p:nvGrpSpPr>
            <p:grpSpPr>
              <a:xfrm>
                <a:off x="480455" y="5450655"/>
                <a:ext cx="606639" cy="439360"/>
                <a:chOff x="1406141" y="1420619"/>
                <a:chExt cx="606639" cy="439360"/>
              </a:xfrm>
            </p:grpSpPr>
            <p:sp>
              <p:nvSpPr>
                <p:cNvPr id="33" name="Google Shape;1451;p66">
                  <a:extLst>
                    <a:ext uri="{FF2B5EF4-FFF2-40B4-BE49-F238E27FC236}">
                      <a16:creationId xmlns:a16="http://schemas.microsoft.com/office/drawing/2014/main" id="{EDEFAADA-01AE-DEF1-D22A-C92F2ABDAD0A}"/>
                    </a:ext>
                  </a:extLst>
                </p:cNvPr>
                <p:cNvSpPr/>
                <p:nvPr/>
              </p:nvSpPr>
              <p:spPr>
                <a:xfrm>
                  <a:off x="1682597" y="1420619"/>
                  <a:ext cx="330183" cy="431488"/>
                </a:xfrm>
                <a:custGeom>
                  <a:avLst/>
                  <a:gdLst/>
                  <a:ahLst/>
                  <a:cxnLst/>
                  <a:rect l="l" t="t" r="r" b="b"/>
                  <a:pathLst>
                    <a:path w="1898" h="2320" extrusionOk="0">
                      <a:moveTo>
                        <a:pt x="1" y="211"/>
                      </a:moveTo>
                      <a:cubicBezTo>
                        <a:pt x="1" y="93"/>
                        <a:pt x="93" y="0"/>
                        <a:pt x="211" y="0"/>
                      </a:cubicBezTo>
                      <a:lnTo>
                        <a:pt x="1265" y="0"/>
                      </a:lnTo>
                      <a:cubicBezTo>
                        <a:pt x="1316" y="0"/>
                        <a:pt x="1375" y="17"/>
                        <a:pt x="1409" y="59"/>
                      </a:cubicBezTo>
                      <a:lnTo>
                        <a:pt x="1839" y="481"/>
                      </a:lnTo>
                      <a:cubicBezTo>
                        <a:pt x="1873" y="523"/>
                        <a:pt x="1898" y="574"/>
                        <a:pt x="1898" y="633"/>
                      </a:cubicBezTo>
                      <a:lnTo>
                        <a:pt x="1898" y="2109"/>
                      </a:lnTo>
                      <a:cubicBezTo>
                        <a:pt x="1898" y="2218"/>
                        <a:pt x="1805" y="2319"/>
                        <a:pt x="1687" y="2319"/>
                      </a:cubicBezTo>
                      <a:lnTo>
                        <a:pt x="186" y="2319"/>
                      </a:lnTo>
                      <a:cubicBezTo>
                        <a:pt x="144" y="2319"/>
                        <a:pt x="110" y="2277"/>
                        <a:pt x="110" y="2235"/>
                      </a:cubicBezTo>
                      <a:cubicBezTo>
                        <a:pt x="110" y="2193"/>
                        <a:pt x="144" y="2159"/>
                        <a:pt x="186" y="2159"/>
                      </a:cubicBezTo>
                      <a:lnTo>
                        <a:pt x="1687" y="2159"/>
                      </a:lnTo>
                      <a:cubicBezTo>
                        <a:pt x="1712" y="2159"/>
                        <a:pt x="1738" y="2134"/>
                        <a:pt x="1738" y="2109"/>
                      </a:cubicBezTo>
                      <a:lnTo>
                        <a:pt x="1738" y="785"/>
                      </a:lnTo>
                      <a:lnTo>
                        <a:pt x="1316" y="785"/>
                      </a:lnTo>
                      <a:cubicBezTo>
                        <a:pt x="1198" y="785"/>
                        <a:pt x="1105" y="692"/>
                        <a:pt x="1105" y="574"/>
                      </a:cubicBezTo>
                      <a:lnTo>
                        <a:pt x="1105" y="152"/>
                      </a:lnTo>
                      <a:lnTo>
                        <a:pt x="211" y="152"/>
                      </a:lnTo>
                      <a:cubicBezTo>
                        <a:pt x="186" y="152"/>
                        <a:pt x="161" y="177"/>
                        <a:pt x="161" y="211"/>
                      </a:cubicBezTo>
                      <a:lnTo>
                        <a:pt x="161" y="869"/>
                      </a:lnTo>
                      <a:cubicBezTo>
                        <a:pt x="161" y="911"/>
                        <a:pt x="127" y="945"/>
                        <a:pt x="76" y="945"/>
                      </a:cubicBezTo>
                      <a:cubicBezTo>
                        <a:pt x="34" y="945"/>
                        <a:pt x="1" y="911"/>
                        <a:pt x="1" y="869"/>
                      </a:cubicBezTo>
                      <a:close/>
                      <a:moveTo>
                        <a:pt x="1265" y="152"/>
                      </a:moveTo>
                      <a:lnTo>
                        <a:pt x="1265" y="574"/>
                      </a:lnTo>
                      <a:cubicBezTo>
                        <a:pt x="1265" y="608"/>
                        <a:pt x="1291" y="633"/>
                        <a:pt x="1316" y="633"/>
                      </a:cubicBezTo>
                      <a:lnTo>
                        <a:pt x="1738" y="633"/>
                      </a:lnTo>
                      <a:cubicBezTo>
                        <a:pt x="1738" y="616"/>
                        <a:pt x="1738" y="599"/>
                        <a:pt x="1721" y="591"/>
                      </a:cubicBezTo>
                      <a:lnTo>
                        <a:pt x="1299" y="169"/>
                      </a:lnTo>
                      <a:cubicBezTo>
                        <a:pt x="1291" y="161"/>
                        <a:pt x="1282" y="152"/>
                        <a:pt x="1265" y="152"/>
                      </a:cubicBezTo>
                      <a:close/>
                    </a:path>
                  </a:pathLst>
                </a:custGeom>
                <a:solidFill>
                  <a:schemeClr val="tx1"/>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rial"/>
                    <a:cs typeface="Arial"/>
                    <a:sym typeface="Arial"/>
                  </a:endParaRPr>
                </a:p>
              </p:txBody>
            </p:sp>
            <p:sp>
              <p:nvSpPr>
                <p:cNvPr id="34" name="TextBox 33">
                  <a:extLst>
                    <a:ext uri="{FF2B5EF4-FFF2-40B4-BE49-F238E27FC236}">
                      <a16:creationId xmlns:a16="http://schemas.microsoft.com/office/drawing/2014/main" id="{9AA40EC2-55BF-F21E-4463-124C0DC2E5FF}"/>
                    </a:ext>
                  </a:extLst>
                </p:cNvPr>
                <p:cNvSpPr txBox="1"/>
                <p:nvPr/>
              </p:nvSpPr>
              <p:spPr>
                <a:xfrm>
                  <a:off x="1406141" y="1552202"/>
                  <a:ext cx="473206" cy="307777"/>
                </a:xfrm>
                <a:prstGeom prst="rect">
                  <a:avLst/>
                </a:prstGeom>
                <a:noFill/>
              </p:spPr>
              <p:txBody>
                <a:bodyPr wrap="none" rtlCol="0">
                  <a:spAutoFit/>
                </a:bodyPr>
                <a:lstStyle/>
                <a:p>
                  <a:r>
                    <a:rPr lang="en-US" sz="1400" b="1" dirty="0">
                      <a:latin typeface="Aptos" pitchFamily="2" charset="77"/>
                      <a:cs typeface="Aptos" pitchFamily="2" charset="77"/>
                    </a:rPr>
                    <a:t>MD</a:t>
                  </a:r>
                </a:p>
              </p:txBody>
            </p:sp>
          </p:grpSp>
          <p:cxnSp>
            <p:nvCxnSpPr>
              <p:cNvPr id="31" name="Straight Arrow Connector 30">
                <a:extLst>
                  <a:ext uri="{FF2B5EF4-FFF2-40B4-BE49-F238E27FC236}">
                    <a16:creationId xmlns:a16="http://schemas.microsoft.com/office/drawing/2014/main" id="{DE8E121F-84CD-911B-1ECD-06EDC61C8537}"/>
                  </a:ext>
                </a:extLst>
              </p:cNvPr>
              <p:cNvCxnSpPr>
                <a:cxnSpLocks/>
              </p:cNvCxnSpPr>
              <p:nvPr/>
            </p:nvCxnSpPr>
            <p:spPr>
              <a:xfrm>
                <a:off x="1435272" y="5786075"/>
                <a:ext cx="1782577" cy="0"/>
              </a:xfrm>
              <a:prstGeom prst="straightConnector1">
                <a:avLst/>
              </a:prstGeom>
              <a:ln>
                <a:solidFill>
                  <a:schemeClr val="tx1"/>
                </a:solidFill>
                <a:tailEnd type="arrow"/>
              </a:ln>
            </p:spPr>
            <p:style>
              <a:lnRef idx="1">
                <a:schemeClr val="accent2"/>
              </a:lnRef>
              <a:fillRef idx="0">
                <a:schemeClr val="accent2"/>
              </a:fillRef>
              <a:effectRef idx="0">
                <a:schemeClr val="accent2"/>
              </a:effectRef>
              <a:fontRef idx="minor">
                <a:schemeClr val="tx1"/>
              </a:fontRef>
            </p:style>
          </p:cxnSp>
          <p:sp>
            <p:nvSpPr>
              <p:cNvPr id="32" name="TextBox 31">
                <a:extLst>
                  <a:ext uri="{FF2B5EF4-FFF2-40B4-BE49-F238E27FC236}">
                    <a16:creationId xmlns:a16="http://schemas.microsoft.com/office/drawing/2014/main" id="{25B1AC55-CEEC-9F9D-94BD-636F8722AD3F}"/>
                  </a:ext>
                </a:extLst>
              </p:cNvPr>
              <p:cNvSpPr txBox="1"/>
              <p:nvPr/>
            </p:nvSpPr>
            <p:spPr>
              <a:xfrm>
                <a:off x="1385396" y="5385165"/>
                <a:ext cx="1385379" cy="338554"/>
              </a:xfrm>
              <a:prstGeom prst="rect">
                <a:avLst/>
              </a:prstGeom>
              <a:noFill/>
            </p:spPr>
            <p:txBody>
              <a:bodyPr wrap="none" rtlCol="0">
                <a:spAutoFit/>
              </a:bodyPr>
              <a:lstStyle/>
              <a:p>
                <a:r>
                  <a:rPr lang="en-US" sz="1600" dirty="0">
                    <a:solidFill>
                      <a:srgbClr val="C693FF"/>
                    </a:solidFill>
                    <a:latin typeface="Consolas" pitchFamily="2" charset="77"/>
                    <a:cs typeface="Consolas" pitchFamily="2" charset="77"/>
                  </a:rPr>
                  <a:t>gh aw compile</a:t>
                </a:r>
              </a:p>
            </p:txBody>
          </p:sp>
        </p:grpSp>
        <p:sp>
          <p:nvSpPr>
            <p:cNvPr id="19" name="Google Shape;990;p62">
              <a:extLst>
                <a:ext uri="{FF2B5EF4-FFF2-40B4-BE49-F238E27FC236}">
                  <a16:creationId xmlns:a16="http://schemas.microsoft.com/office/drawing/2014/main" id="{8D5CD2D6-6087-7B9E-CFCE-A5547B22E4C3}"/>
                </a:ext>
                <a:ext uri="{C183D7F6-B498-43B3-948B-1728B52AA6E4}">
                  <adec:decorative xmlns:adec="http://schemas.microsoft.com/office/drawing/2017/decorative" val="1"/>
                </a:ext>
              </a:extLst>
            </p:cNvPr>
            <p:cNvSpPr/>
            <p:nvPr/>
          </p:nvSpPr>
          <p:spPr>
            <a:xfrm>
              <a:off x="953172" y="3716669"/>
              <a:ext cx="253428" cy="266896"/>
            </a:xfrm>
            <a:custGeom>
              <a:avLst/>
              <a:gdLst/>
              <a:ahLst/>
              <a:cxnLst/>
              <a:rect l="l" t="t" r="r" b="b"/>
              <a:pathLst>
                <a:path w="1907" h="2008" extrusionOk="0">
                  <a:moveTo>
                    <a:pt x="953" y="1"/>
                  </a:moveTo>
                  <a:cubicBezTo>
                    <a:pt x="633" y="1"/>
                    <a:pt x="371" y="262"/>
                    <a:pt x="371" y="583"/>
                  </a:cubicBezTo>
                  <a:cubicBezTo>
                    <a:pt x="371" y="785"/>
                    <a:pt x="473" y="954"/>
                    <a:pt x="624" y="1063"/>
                  </a:cubicBezTo>
                  <a:cubicBezTo>
                    <a:pt x="270" y="1190"/>
                    <a:pt x="17" y="1527"/>
                    <a:pt x="9" y="1923"/>
                  </a:cubicBezTo>
                  <a:cubicBezTo>
                    <a:pt x="0" y="1966"/>
                    <a:pt x="34" y="2008"/>
                    <a:pt x="85" y="2008"/>
                  </a:cubicBezTo>
                  <a:cubicBezTo>
                    <a:pt x="127" y="2008"/>
                    <a:pt x="161" y="1974"/>
                    <a:pt x="161" y="1932"/>
                  </a:cubicBezTo>
                  <a:cubicBezTo>
                    <a:pt x="178" y="1502"/>
                    <a:pt x="523" y="1164"/>
                    <a:pt x="953" y="1164"/>
                  </a:cubicBezTo>
                  <a:cubicBezTo>
                    <a:pt x="1383" y="1164"/>
                    <a:pt x="1729" y="1502"/>
                    <a:pt x="1746" y="1932"/>
                  </a:cubicBezTo>
                  <a:cubicBezTo>
                    <a:pt x="1746" y="1974"/>
                    <a:pt x="1780" y="2008"/>
                    <a:pt x="1822" y="2008"/>
                  </a:cubicBezTo>
                  <a:cubicBezTo>
                    <a:pt x="1873" y="2008"/>
                    <a:pt x="1906" y="1966"/>
                    <a:pt x="1898" y="1923"/>
                  </a:cubicBezTo>
                  <a:cubicBezTo>
                    <a:pt x="1889" y="1527"/>
                    <a:pt x="1636" y="1190"/>
                    <a:pt x="1282" y="1063"/>
                  </a:cubicBezTo>
                  <a:cubicBezTo>
                    <a:pt x="1434" y="954"/>
                    <a:pt x="1535" y="785"/>
                    <a:pt x="1535" y="583"/>
                  </a:cubicBezTo>
                  <a:cubicBezTo>
                    <a:pt x="1535" y="262"/>
                    <a:pt x="1274" y="1"/>
                    <a:pt x="953" y="1"/>
                  </a:cubicBezTo>
                  <a:close/>
                  <a:moveTo>
                    <a:pt x="532" y="583"/>
                  </a:moveTo>
                  <a:cubicBezTo>
                    <a:pt x="532" y="346"/>
                    <a:pt x="717" y="161"/>
                    <a:pt x="953" y="161"/>
                  </a:cubicBezTo>
                  <a:cubicBezTo>
                    <a:pt x="1189" y="161"/>
                    <a:pt x="1375" y="346"/>
                    <a:pt x="1375" y="583"/>
                  </a:cubicBezTo>
                  <a:cubicBezTo>
                    <a:pt x="1375" y="819"/>
                    <a:pt x="1189" y="1004"/>
                    <a:pt x="953" y="1004"/>
                  </a:cubicBezTo>
                  <a:cubicBezTo>
                    <a:pt x="717" y="1004"/>
                    <a:pt x="532" y="819"/>
                    <a:pt x="532" y="583"/>
                  </a:cubicBezTo>
                  <a:close/>
                </a:path>
              </a:pathLst>
            </a:custGeom>
            <a:solidFill>
              <a:schemeClr val="tx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ptos" pitchFamily="2" charset="77"/>
                <a:cs typeface="Arial"/>
                <a:sym typeface="Arial"/>
              </a:endParaRPr>
            </a:p>
          </p:txBody>
        </p:sp>
        <p:grpSp>
          <p:nvGrpSpPr>
            <p:cNvPr id="21" name="Google Shape;1328;p65">
              <a:extLst>
                <a:ext uri="{FF2B5EF4-FFF2-40B4-BE49-F238E27FC236}">
                  <a16:creationId xmlns:a16="http://schemas.microsoft.com/office/drawing/2014/main" id="{CF79638B-A7D1-C275-6B6E-0E8A69EF421C}"/>
                </a:ext>
                <a:ext uri="{C183D7F6-B498-43B3-948B-1728B52AA6E4}">
                  <adec:decorative xmlns:adec="http://schemas.microsoft.com/office/drawing/2017/decorative" val="1"/>
                </a:ext>
              </a:extLst>
            </p:cNvPr>
            <p:cNvGrpSpPr/>
            <p:nvPr/>
          </p:nvGrpSpPr>
          <p:grpSpPr>
            <a:xfrm>
              <a:off x="4550268" y="4190748"/>
              <a:ext cx="307292" cy="307292"/>
              <a:chOff x="4361799" y="4775715"/>
              <a:chExt cx="58000" cy="58000"/>
            </a:xfrm>
            <a:solidFill>
              <a:schemeClr val="tx1"/>
            </a:solidFill>
          </p:grpSpPr>
          <p:sp>
            <p:nvSpPr>
              <p:cNvPr id="24" name="Google Shape;1329;p65">
                <a:extLst>
                  <a:ext uri="{FF2B5EF4-FFF2-40B4-BE49-F238E27FC236}">
                    <a16:creationId xmlns:a16="http://schemas.microsoft.com/office/drawing/2014/main" id="{62B5AC7B-D67C-E51B-5BAC-39899CA4EA21}"/>
                  </a:ext>
                </a:extLst>
              </p:cNvPr>
              <p:cNvSpPr/>
              <p:nvPr/>
            </p:nvSpPr>
            <p:spPr>
              <a:xfrm>
                <a:off x="4384149" y="4793815"/>
                <a:ext cx="17525" cy="21600"/>
              </a:xfrm>
              <a:custGeom>
                <a:avLst/>
                <a:gdLst/>
                <a:ahLst/>
                <a:cxnLst/>
                <a:rect l="l" t="t" r="r" b="b"/>
                <a:pathLst>
                  <a:path w="701" h="864" extrusionOk="0">
                    <a:moveTo>
                      <a:pt x="54" y="0"/>
                    </a:moveTo>
                    <a:cubicBezTo>
                      <a:pt x="27" y="0"/>
                      <a:pt x="0" y="22"/>
                      <a:pt x="0" y="53"/>
                    </a:cubicBezTo>
                    <a:lnTo>
                      <a:pt x="0" y="812"/>
                    </a:lnTo>
                    <a:cubicBezTo>
                      <a:pt x="0" y="842"/>
                      <a:pt x="27" y="864"/>
                      <a:pt x="54" y="864"/>
                    </a:cubicBezTo>
                    <a:cubicBezTo>
                      <a:pt x="65" y="864"/>
                      <a:pt x="75" y="861"/>
                      <a:pt x="84" y="854"/>
                    </a:cubicBezTo>
                    <a:lnTo>
                      <a:pt x="675" y="474"/>
                    </a:lnTo>
                    <a:cubicBezTo>
                      <a:pt x="700" y="458"/>
                      <a:pt x="700" y="407"/>
                      <a:pt x="675" y="390"/>
                    </a:cubicBezTo>
                    <a:lnTo>
                      <a:pt x="84" y="11"/>
                    </a:lnTo>
                    <a:cubicBezTo>
                      <a:pt x="75" y="4"/>
                      <a:pt x="65" y="0"/>
                      <a:pt x="54" y="0"/>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FFFFFF"/>
                  </a:solidFill>
                  <a:latin typeface="Aptos" pitchFamily="2" charset="77"/>
                  <a:cs typeface="Arial"/>
                  <a:sym typeface="Arial"/>
                </a:endParaRPr>
              </a:p>
            </p:txBody>
          </p:sp>
          <p:sp>
            <p:nvSpPr>
              <p:cNvPr id="27" name="Google Shape;1330;p65">
                <a:extLst>
                  <a:ext uri="{FF2B5EF4-FFF2-40B4-BE49-F238E27FC236}">
                    <a16:creationId xmlns:a16="http://schemas.microsoft.com/office/drawing/2014/main" id="{58F8A187-5127-F315-2E07-E9F2087ACBD5}"/>
                  </a:ext>
                </a:extLst>
              </p:cNvPr>
              <p:cNvSpPr/>
              <p:nvPr/>
            </p:nvSpPr>
            <p:spPr>
              <a:xfrm>
                <a:off x="4361799" y="4775715"/>
                <a:ext cx="58000" cy="58000"/>
              </a:xfrm>
              <a:custGeom>
                <a:avLst/>
                <a:gdLst/>
                <a:ahLst/>
                <a:cxnLst/>
                <a:rect l="l" t="t" r="r" b="b"/>
                <a:pathLst>
                  <a:path w="2320" h="2320" extrusionOk="0">
                    <a:moveTo>
                      <a:pt x="1164" y="153"/>
                    </a:moveTo>
                    <a:cubicBezTo>
                      <a:pt x="607" y="153"/>
                      <a:pt x="160" y="600"/>
                      <a:pt x="160" y="1156"/>
                    </a:cubicBezTo>
                    <a:cubicBezTo>
                      <a:pt x="160" y="1713"/>
                      <a:pt x="607" y="2160"/>
                      <a:pt x="1164" y="2160"/>
                    </a:cubicBezTo>
                    <a:cubicBezTo>
                      <a:pt x="1712" y="2160"/>
                      <a:pt x="2159" y="1713"/>
                      <a:pt x="2159" y="1156"/>
                    </a:cubicBezTo>
                    <a:cubicBezTo>
                      <a:pt x="2159" y="600"/>
                      <a:pt x="1712" y="153"/>
                      <a:pt x="1164" y="153"/>
                    </a:cubicBezTo>
                    <a:close/>
                    <a:moveTo>
                      <a:pt x="0" y="1156"/>
                    </a:moveTo>
                    <a:cubicBezTo>
                      <a:pt x="0" y="515"/>
                      <a:pt x="523" y="1"/>
                      <a:pt x="1164" y="1"/>
                    </a:cubicBezTo>
                    <a:cubicBezTo>
                      <a:pt x="1796" y="1"/>
                      <a:pt x="2319" y="515"/>
                      <a:pt x="2319" y="1156"/>
                    </a:cubicBezTo>
                    <a:cubicBezTo>
                      <a:pt x="2319" y="1797"/>
                      <a:pt x="1796" y="2320"/>
                      <a:pt x="1164" y="2320"/>
                    </a:cubicBezTo>
                    <a:cubicBezTo>
                      <a:pt x="523" y="2320"/>
                      <a:pt x="0" y="1797"/>
                      <a:pt x="0" y="1156"/>
                    </a:cubicBez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FFFFFF"/>
                  </a:solidFill>
                  <a:latin typeface="Aptos" pitchFamily="2" charset="77"/>
                  <a:cs typeface="Arial"/>
                  <a:sym typeface="Arial"/>
                </a:endParaRPr>
              </a:p>
            </p:txBody>
          </p:sp>
        </p:grpSp>
      </p:grpSp>
      <p:pic>
        <p:nvPicPr>
          <p:cNvPr id="40" name="Picture 39">
            <a:extLst>
              <a:ext uri="{FF2B5EF4-FFF2-40B4-BE49-F238E27FC236}">
                <a16:creationId xmlns:a16="http://schemas.microsoft.com/office/drawing/2014/main" id="{86FAFBA9-81D9-6D9D-2F06-E22121EE055A}"/>
              </a:ext>
            </a:extLst>
          </p:cNvPr>
          <p:cNvPicPr>
            <a:picLocks noChangeAspect="1"/>
          </p:cNvPicPr>
          <p:nvPr/>
        </p:nvPicPr>
        <p:blipFill>
          <a:blip r:embed="rId4"/>
          <a:stretch>
            <a:fillRect/>
          </a:stretch>
        </p:blipFill>
        <p:spPr>
          <a:xfrm>
            <a:off x="1400522" y="200430"/>
            <a:ext cx="459040" cy="459040"/>
          </a:xfrm>
          <a:prstGeom prst="rect">
            <a:avLst/>
          </a:prstGeom>
        </p:spPr>
      </p:pic>
      <p:sp>
        <p:nvSpPr>
          <p:cNvPr id="2" name="Text Placeholder 23">
            <a:extLst>
              <a:ext uri="{FF2B5EF4-FFF2-40B4-BE49-F238E27FC236}">
                <a16:creationId xmlns:a16="http://schemas.microsoft.com/office/drawing/2014/main" id="{D13C81CF-0201-ACEB-5CE4-A757E4E0204A}"/>
              </a:ext>
            </a:extLst>
          </p:cNvPr>
          <p:cNvSpPr txBox="1">
            <a:spLocks/>
          </p:cNvSpPr>
          <p:nvPr/>
        </p:nvSpPr>
        <p:spPr>
          <a:xfrm>
            <a:off x="9844318" y="204905"/>
            <a:ext cx="2301494" cy="333021"/>
          </a:xfrm>
          <a:prstGeom prst="rect">
            <a:avLst/>
          </a:prstGeom>
          <a:noFill/>
          <a:ln w="19050" cap="flat" cmpd="sng">
            <a:noFill/>
            <a:prstDash val="solid"/>
            <a:round/>
            <a:headEnd type="none" w="sm" len="sm"/>
            <a:tailEnd type="none" w="sm" len="sm"/>
          </a:ln>
          <a:effectLst/>
        </p:spPr>
        <p:txBody>
          <a:bodyPr lIns="0" tIns="0" rIns="0" bIns="0" anchor="t" anchorCtr="0">
            <a:noAutofit/>
          </a:bodyPr>
          <a:lstStyle>
            <a:lvl1pPr marL="0" indent="0" algn="l" defTabSz="914049" rtl="0" eaLnBrk="1" latinLnBrk="0" hangingPunct="1">
              <a:lnSpc>
                <a:spcPct val="90000"/>
              </a:lnSpc>
              <a:spcBef>
                <a:spcPts val="1000"/>
              </a:spcBef>
              <a:buFont typeface="Arial" panose="020B0604020202020204" pitchFamily="34" charset="0"/>
              <a:buNone/>
              <a:defRPr sz="1400" b="0" i="0" kern="1200" cap="all" baseline="0">
                <a:solidFill>
                  <a:schemeClr val="bg2"/>
                </a:solidFill>
                <a:latin typeface="Consolas" pitchFamily="2" charset="77"/>
                <a:ea typeface="+mn-ea"/>
                <a:cs typeface="Consolas" pitchFamily="2" charset="77"/>
              </a:defRPr>
            </a:lvl1pPr>
            <a:lvl2pPr marL="457024"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04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073"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09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3635"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66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686"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71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TECHNICAL PREVIEW</a:t>
            </a:r>
          </a:p>
        </p:txBody>
      </p:sp>
    </p:spTree>
    <p:extLst>
      <p:ext uri="{BB962C8B-B14F-4D97-AF65-F5344CB8AC3E}">
        <p14:creationId xmlns:p14="http://schemas.microsoft.com/office/powerpoint/2010/main" val="2776632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5AC8A-17C6-414C-C21F-7D071380B7D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A08178-76AE-EE1E-6414-E4F19E615D25}"/>
              </a:ext>
            </a:extLst>
          </p:cNvPr>
          <p:cNvSpPr>
            <a:spLocks noGrp="1"/>
          </p:cNvSpPr>
          <p:nvPr>
            <p:ph type="sldNum" sz="quarter" idx="37"/>
          </p:nvPr>
        </p:nvSpPr>
        <p:spPr>
          <a:xfrm>
            <a:off x="9409515" y="6565902"/>
            <a:ext cx="2741613" cy="237463"/>
          </a:xfrm>
          <a:prstGeom prst="rect">
            <a:avLst/>
          </a:prstGeom>
        </p:spPr>
        <p:txBody>
          <a:bodyPr vert="horz" lIns="91440" tIns="45720" rIns="91440" bIns="45720" rtlCol="0" anchor="ctr"/>
          <a:lstStyle>
            <a:defPPr>
              <a:defRPr lang="en-US"/>
            </a:defPPr>
            <a:lvl1pPr marL="0" algn="r" defTabSz="914080" rtl="0" eaLnBrk="1" latinLnBrk="0" hangingPunct="1">
              <a:defRPr sz="1200" kern="1200">
                <a:solidFill>
                  <a:schemeClr val="tx1">
                    <a:tint val="82000"/>
                  </a:schemeClr>
                </a:solidFill>
                <a:latin typeface="+mn-lt"/>
                <a:ea typeface="+mn-ea"/>
                <a:cs typeface="+mn-cs"/>
              </a:defRPr>
            </a:lvl1pPr>
            <a:lvl2pPr marL="457040" algn="l" defTabSz="914080" rtl="0" eaLnBrk="1" latinLnBrk="0" hangingPunct="1">
              <a:defRPr sz="1799" kern="1200">
                <a:solidFill>
                  <a:schemeClr val="tx1"/>
                </a:solidFill>
                <a:latin typeface="+mn-lt"/>
                <a:ea typeface="+mn-ea"/>
                <a:cs typeface="+mn-cs"/>
              </a:defRPr>
            </a:lvl2pPr>
            <a:lvl3pPr marL="914080" algn="l" defTabSz="914080" rtl="0" eaLnBrk="1" latinLnBrk="0" hangingPunct="1">
              <a:defRPr sz="1799" kern="1200">
                <a:solidFill>
                  <a:schemeClr val="tx1"/>
                </a:solidFill>
                <a:latin typeface="+mn-lt"/>
                <a:ea typeface="+mn-ea"/>
                <a:cs typeface="+mn-cs"/>
              </a:defRPr>
            </a:lvl3pPr>
            <a:lvl4pPr marL="1371120" algn="l" defTabSz="914080" rtl="0" eaLnBrk="1" latinLnBrk="0" hangingPunct="1">
              <a:defRPr sz="1799" kern="1200">
                <a:solidFill>
                  <a:schemeClr val="tx1"/>
                </a:solidFill>
                <a:latin typeface="+mn-lt"/>
                <a:ea typeface="+mn-ea"/>
                <a:cs typeface="+mn-cs"/>
              </a:defRPr>
            </a:lvl4pPr>
            <a:lvl5pPr marL="1828160" algn="l" defTabSz="914080" rtl="0" eaLnBrk="1" latinLnBrk="0" hangingPunct="1">
              <a:defRPr sz="1799" kern="1200">
                <a:solidFill>
                  <a:schemeClr val="tx1"/>
                </a:solidFill>
                <a:latin typeface="+mn-lt"/>
                <a:ea typeface="+mn-ea"/>
                <a:cs typeface="+mn-cs"/>
              </a:defRPr>
            </a:lvl5pPr>
            <a:lvl6pPr marL="2285200" algn="l" defTabSz="914080" rtl="0" eaLnBrk="1" latinLnBrk="0" hangingPunct="1">
              <a:defRPr sz="1799" kern="1200">
                <a:solidFill>
                  <a:schemeClr val="tx1"/>
                </a:solidFill>
                <a:latin typeface="+mn-lt"/>
                <a:ea typeface="+mn-ea"/>
                <a:cs typeface="+mn-cs"/>
              </a:defRPr>
            </a:lvl6pPr>
            <a:lvl7pPr marL="2742240" algn="l" defTabSz="914080" rtl="0" eaLnBrk="1" latinLnBrk="0" hangingPunct="1">
              <a:defRPr sz="1799" kern="1200">
                <a:solidFill>
                  <a:schemeClr val="tx1"/>
                </a:solidFill>
                <a:latin typeface="+mn-lt"/>
                <a:ea typeface="+mn-ea"/>
                <a:cs typeface="+mn-cs"/>
              </a:defRPr>
            </a:lvl7pPr>
            <a:lvl8pPr marL="3199280" algn="l" defTabSz="914080" rtl="0" eaLnBrk="1" latinLnBrk="0" hangingPunct="1">
              <a:defRPr sz="1799" kern="1200">
                <a:solidFill>
                  <a:schemeClr val="tx1"/>
                </a:solidFill>
                <a:latin typeface="+mn-lt"/>
                <a:ea typeface="+mn-ea"/>
                <a:cs typeface="+mn-cs"/>
              </a:defRPr>
            </a:lvl8pPr>
            <a:lvl9pPr marL="3656320" algn="l" defTabSz="914080" rtl="0" eaLnBrk="1" latinLnBrk="0" hangingPunct="1">
              <a:defRPr sz="1799" kern="1200">
                <a:solidFill>
                  <a:schemeClr val="tx1"/>
                </a:solidFill>
                <a:latin typeface="+mn-lt"/>
                <a:ea typeface="+mn-ea"/>
                <a:cs typeface="+mn-cs"/>
              </a:defRPr>
            </a:lvl9pPr>
          </a:lstStyle>
          <a:p>
            <a:fld id="{33B31415-8031-C145-812D-7EC4C965D339}" type="slidenum">
              <a:rPr lang="en-US" smtClean="0"/>
              <a:pPr/>
              <a:t>8</a:t>
            </a:fld>
            <a:endParaRPr lang="en-US"/>
          </a:p>
        </p:txBody>
      </p:sp>
      <p:sp>
        <p:nvSpPr>
          <p:cNvPr id="5" name="TextBox 4">
            <a:extLst>
              <a:ext uri="{FF2B5EF4-FFF2-40B4-BE49-F238E27FC236}">
                <a16:creationId xmlns:a16="http://schemas.microsoft.com/office/drawing/2014/main" id="{3185F4A3-D29F-0C39-DA16-5C68E199EF7A}"/>
              </a:ext>
            </a:extLst>
          </p:cNvPr>
          <p:cNvSpPr txBox="1"/>
          <p:nvPr/>
        </p:nvSpPr>
        <p:spPr>
          <a:xfrm>
            <a:off x="261794" y="1999252"/>
            <a:ext cx="10944606" cy="3754874"/>
          </a:xfrm>
          <a:prstGeom prst="rect">
            <a:avLst/>
          </a:prstGeom>
          <a:noFill/>
        </p:spPr>
        <p:txBody>
          <a:bodyPr wrap="square">
            <a:spAutoFit/>
          </a:bodyPr>
          <a:lstStyle/>
          <a:p>
            <a:r>
              <a:rPr lang="fr-FR" sz="2200" dirty="0">
                <a:latin typeface="Aptos" pitchFamily="2" charset="77"/>
                <a:cs typeface="Aptos" pitchFamily="2" charset="77"/>
              </a:rPr>
              <a:t>Grâce à </a:t>
            </a:r>
            <a:r>
              <a:rPr lang="fr-FR" sz="2200" dirty="0" err="1">
                <a:latin typeface="Aptos" pitchFamily="2" charset="77"/>
                <a:cs typeface="Aptos" pitchFamily="2" charset="77"/>
              </a:rPr>
              <a:t>Agentic</a:t>
            </a:r>
            <a:r>
              <a:rPr lang="fr-FR" sz="2200" dirty="0">
                <a:latin typeface="Aptos" pitchFamily="2" charset="77"/>
                <a:cs typeface="Aptos" pitchFamily="2" charset="77"/>
              </a:rPr>
              <a:t> Workflows, votre CI/CD peut :</a:t>
            </a:r>
            <a:br>
              <a:rPr lang="fr-FR" sz="2200" dirty="0">
                <a:latin typeface="Aptos" pitchFamily="2" charset="77"/>
                <a:cs typeface="Aptos" pitchFamily="2" charset="77"/>
              </a:rPr>
            </a:br>
            <a:r>
              <a:rPr lang="en-US" sz="2000" dirty="0">
                <a:latin typeface="Aptos" pitchFamily="2" charset="77"/>
                <a:cs typeface="Aptos" pitchFamily="2" charset="77"/>
              </a:rPr>
              <a:t>Understand context</a:t>
            </a:r>
          </a:p>
          <a:p>
            <a:br>
              <a:rPr lang="en-US" sz="1600" b="1" dirty="0">
                <a:latin typeface="Aptos" pitchFamily="2" charset="77"/>
                <a:cs typeface="Aptos" pitchFamily="2" charset="77"/>
              </a:rPr>
            </a:br>
            <a:r>
              <a:rPr lang="en-US" sz="1600" dirty="0">
                <a:solidFill>
                  <a:schemeClr val="bg1">
                    <a:lumMod val="50000"/>
                    <a:lumOff val="50000"/>
                  </a:schemeClr>
                </a:solidFill>
                <a:latin typeface="Aptos" pitchFamily="2" charset="77"/>
                <a:cs typeface="Aptos" pitchFamily="2" charset="77"/>
              </a:rPr>
              <a:t>Consulter le repository, issues &amp; pull requests, etc.</a:t>
            </a:r>
            <a:endParaRPr lang="en-US" sz="2000" dirty="0">
              <a:solidFill>
                <a:schemeClr val="bg1">
                  <a:lumMod val="50000"/>
                  <a:lumOff val="50000"/>
                </a:schemeClr>
              </a:solidFill>
              <a:latin typeface="Aptos" pitchFamily="2" charset="77"/>
              <a:cs typeface="Aptos" pitchFamily="2" charset="77"/>
            </a:endParaRPr>
          </a:p>
          <a:p>
            <a:pPr marL="342906" indent="-342906">
              <a:spcBef>
                <a:spcPts val="1200"/>
              </a:spcBef>
              <a:buClr>
                <a:schemeClr val="tx1"/>
              </a:buClr>
              <a:buFont typeface="Arial" panose="020B0604020202020204" pitchFamily="34" charset="0"/>
              <a:buChar char="•"/>
            </a:pPr>
            <a:r>
              <a:rPr lang="en-US" sz="2000" dirty="0">
                <a:latin typeface="Aptos" pitchFamily="2" charset="77"/>
                <a:cs typeface="Aptos" pitchFamily="2" charset="77"/>
              </a:rPr>
              <a:t>Prendre des </a:t>
            </a:r>
            <a:r>
              <a:rPr lang="en-US" sz="2000" dirty="0" err="1">
                <a:latin typeface="Aptos" pitchFamily="2" charset="77"/>
                <a:cs typeface="Aptos" pitchFamily="2" charset="77"/>
              </a:rPr>
              <a:t>décisions</a:t>
            </a:r>
            <a:br>
              <a:rPr lang="en-US" sz="2000" dirty="0">
                <a:latin typeface="Aptos" pitchFamily="2" charset="77"/>
                <a:cs typeface="Aptos" pitchFamily="2" charset="77"/>
              </a:rPr>
            </a:br>
            <a:r>
              <a:rPr lang="fr-FR" sz="1600" dirty="0">
                <a:solidFill>
                  <a:schemeClr val="bg1">
                    <a:lumMod val="50000"/>
                    <a:lumOff val="50000"/>
                  </a:schemeClr>
                </a:solidFill>
                <a:latin typeface="Aptos" pitchFamily="2" charset="77"/>
                <a:cs typeface="Aptos" pitchFamily="2" charset="77"/>
              </a:rPr>
              <a:t>Choisissez la marche à suivre en fonction du contexte, </a:t>
            </a:r>
            <a:br>
              <a:rPr lang="fr-FR" sz="1600" dirty="0">
                <a:solidFill>
                  <a:schemeClr val="bg1">
                    <a:lumMod val="50000"/>
                    <a:lumOff val="50000"/>
                  </a:schemeClr>
                </a:solidFill>
                <a:latin typeface="Aptos" pitchFamily="2" charset="77"/>
                <a:cs typeface="Aptos" pitchFamily="2" charset="77"/>
              </a:rPr>
            </a:br>
            <a:r>
              <a:rPr lang="fr-FR" sz="1600" dirty="0">
                <a:solidFill>
                  <a:schemeClr val="bg1">
                    <a:lumMod val="50000"/>
                    <a:lumOff val="50000"/>
                  </a:schemeClr>
                </a:solidFill>
                <a:latin typeface="Aptos" pitchFamily="2" charset="77"/>
                <a:cs typeface="Aptos" pitchFamily="2" charset="77"/>
              </a:rPr>
              <a:t>et pas seulement en fonction de conditions prédéfinies </a:t>
            </a:r>
            <a:br>
              <a:rPr lang="fr-FR" sz="1600" dirty="0">
                <a:solidFill>
                  <a:schemeClr val="bg1">
                    <a:lumMod val="50000"/>
                    <a:lumOff val="50000"/>
                  </a:schemeClr>
                </a:solidFill>
                <a:latin typeface="Aptos" pitchFamily="2" charset="77"/>
                <a:cs typeface="Aptos" pitchFamily="2" charset="77"/>
              </a:rPr>
            </a:br>
            <a:endParaRPr lang="fr-FR" sz="1600" dirty="0">
              <a:solidFill>
                <a:schemeClr val="bg1">
                  <a:lumMod val="50000"/>
                  <a:lumOff val="50000"/>
                </a:schemeClr>
              </a:solidFill>
              <a:latin typeface="Aptos" pitchFamily="2" charset="77"/>
              <a:cs typeface="Aptos" pitchFamily="2" charset="77"/>
            </a:endParaRPr>
          </a:p>
          <a:p>
            <a:pPr marL="342906" indent="-342906">
              <a:spcBef>
                <a:spcPts val="1200"/>
              </a:spcBef>
              <a:buClr>
                <a:schemeClr val="tx1"/>
              </a:buClr>
              <a:buFont typeface="Arial" panose="020B0604020202020204" pitchFamily="34" charset="0"/>
              <a:buChar char="•"/>
            </a:pPr>
            <a:r>
              <a:rPr lang="en-US" sz="2000" dirty="0" err="1">
                <a:latin typeface="Aptos" pitchFamily="2" charset="77"/>
                <a:cs typeface="Aptos" pitchFamily="2" charset="77"/>
              </a:rPr>
              <a:t>Gardez</a:t>
            </a:r>
            <a:r>
              <a:rPr lang="en-US" sz="2000" dirty="0">
                <a:latin typeface="Aptos" pitchFamily="2" charset="77"/>
                <a:cs typeface="Aptos" pitchFamily="2" charset="77"/>
              </a:rPr>
              <a:t> le cap</a:t>
            </a:r>
            <a:br>
              <a:rPr lang="en-US" sz="2000" dirty="0">
                <a:latin typeface="Aptos" pitchFamily="2" charset="77"/>
                <a:cs typeface="Aptos" pitchFamily="2" charset="77"/>
              </a:rPr>
            </a:br>
            <a:r>
              <a:rPr lang="fr-FR" sz="1600" dirty="0">
                <a:solidFill>
                  <a:schemeClr val="bg1">
                    <a:lumMod val="50000"/>
                    <a:lumOff val="50000"/>
                  </a:schemeClr>
                </a:solidFill>
                <a:latin typeface="Aptos" pitchFamily="2" charset="77"/>
                <a:cs typeface="Aptos" pitchFamily="2" charset="77"/>
              </a:rPr>
              <a:t>Comprendre les concepts, et pas seulement les fonctionnalités de base de GitHub.</a:t>
            </a:r>
            <a:br>
              <a:rPr lang="fr-FR" sz="1600" dirty="0">
                <a:solidFill>
                  <a:schemeClr val="bg1">
                    <a:lumMod val="50000"/>
                    <a:lumOff val="50000"/>
                  </a:schemeClr>
                </a:solidFill>
                <a:latin typeface="Aptos" pitchFamily="2" charset="77"/>
                <a:cs typeface="Aptos" pitchFamily="2" charset="77"/>
              </a:rPr>
            </a:br>
            <a:endParaRPr lang="en-US" sz="2000" dirty="0">
              <a:latin typeface="Aptos" pitchFamily="2" charset="77"/>
              <a:cs typeface="Aptos" pitchFamily="2" charset="77"/>
            </a:endParaRPr>
          </a:p>
          <a:p>
            <a:r>
              <a:rPr lang="en-US" sz="2000" dirty="0">
                <a:latin typeface="Aptos" pitchFamily="2" charset="77"/>
                <a:cs typeface="Aptos" pitchFamily="2" charset="77"/>
              </a:rPr>
              <a:t>     </a:t>
            </a:r>
            <a:r>
              <a:rPr lang="fr-FR" sz="2000" dirty="0">
                <a:latin typeface="Aptos" pitchFamily="2" charset="77"/>
                <a:cs typeface="Aptos" pitchFamily="2" charset="77"/>
              </a:rPr>
              <a:t> Moteurs d'IA pris en charge </a:t>
            </a:r>
            <a:r>
              <a:rPr lang="en-US" sz="2000" dirty="0">
                <a:latin typeface="Aptos" pitchFamily="2" charset="77"/>
                <a:cs typeface="Aptos" pitchFamily="2" charset="77"/>
              </a:rPr>
              <a:t>:</a:t>
            </a:r>
          </a:p>
        </p:txBody>
      </p:sp>
      <p:sp>
        <p:nvSpPr>
          <p:cNvPr id="61" name="Google Shape;1420;p105">
            <a:extLst>
              <a:ext uri="{FF2B5EF4-FFF2-40B4-BE49-F238E27FC236}">
                <a16:creationId xmlns:a16="http://schemas.microsoft.com/office/drawing/2014/main" id="{839B5718-5E64-EE5E-D6E1-10DF8BF78C8D}"/>
              </a:ext>
            </a:extLst>
          </p:cNvPr>
          <p:cNvSpPr/>
          <p:nvPr/>
        </p:nvSpPr>
        <p:spPr>
          <a:xfrm>
            <a:off x="784404" y="422517"/>
            <a:ext cx="2535128" cy="45719"/>
          </a:xfrm>
          <a:prstGeom prst="rect">
            <a:avLst/>
          </a:prstGeom>
          <a:gradFill>
            <a:gsLst>
              <a:gs pos="0">
                <a:srgbClr val="C693FF"/>
              </a:gs>
              <a:gs pos="42000">
                <a:srgbClr val="6533FE"/>
              </a:gs>
              <a:gs pos="69000">
                <a:srgbClr val="0840F0"/>
              </a:gs>
              <a:gs pos="100000">
                <a:srgbClr val="60ED83"/>
              </a:gs>
            </a:gsLst>
            <a:lin ang="0" scaled="0"/>
          </a:gradFill>
          <a:ln>
            <a:noFill/>
          </a:ln>
        </p:spPr>
        <p:txBody>
          <a:bodyPr spcFirstLastPara="1" wrap="square" lIns="91426" tIns="91426" rIns="91426" bIns="91426" anchor="ctr" anchorCtr="0">
            <a:noAutofit/>
          </a:bodyPr>
          <a:lstStyle/>
          <a:p>
            <a:pPr algn="ctr"/>
            <a:endParaRPr/>
          </a:p>
        </p:txBody>
      </p:sp>
      <p:sp>
        <p:nvSpPr>
          <p:cNvPr id="62" name="Rounded Rectangle 61">
            <a:extLst>
              <a:ext uri="{FF2B5EF4-FFF2-40B4-BE49-F238E27FC236}">
                <a16:creationId xmlns:a16="http://schemas.microsoft.com/office/drawing/2014/main" id="{F08225EC-ABF7-9F1D-802B-D4A849F595E8}"/>
              </a:ext>
            </a:extLst>
          </p:cNvPr>
          <p:cNvSpPr/>
          <p:nvPr/>
        </p:nvSpPr>
        <p:spPr>
          <a:xfrm>
            <a:off x="424817" y="227377"/>
            <a:ext cx="373739" cy="373747"/>
          </a:xfrm>
          <a:prstGeom prst="roundRect">
            <a:avLst/>
          </a:prstGeom>
          <a:solidFill>
            <a:schemeClr val="bg1"/>
          </a:solidFill>
          <a:ln w="25400">
            <a:solidFill>
              <a:srgbClr val="C69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Google Shape;1420;p105">
            <a:extLst>
              <a:ext uri="{FF2B5EF4-FFF2-40B4-BE49-F238E27FC236}">
                <a16:creationId xmlns:a16="http://schemas.microsoft.com/office/drawing/2014/main" id="{4F715D1B-E0BC-1E31-DA7E-CD606C149907}"/>
              </a:ext>
            </a:extLst>
          </p:cNvPr>
          <p:cNvSpPr/>
          <p:nvPr/>
        </p:nvSpPr>
        <p:spPr>
          <a:xfrm>
            <a:off x="1396144" y="417527"/>
            <a:ext cx="2284082" cy="50709"/>
          </a:xfrm>
          <a:prstGeom prst="rect">
            <a:avLst/>
          </a:prstGeom>
          <a:solidFill>
            <a:schemeClr val="bg1">
              <a:lumMod val="65000"/>
              <a:lumOff val="35000"/>
            </a:schemeClr>
          </a:solidFill>
          <a:ln>
            <a:noFill/>
          </a:ln>
        </p:spPr>
        <p:txBody>
          <a:bodyPr spcFirstLastPara="1" wrap="square" lIns="91426" tIns="91426" rIns="91426" bIns="91426" anchor="ctr" anchorCtr="0">
            <a:noAutofit/>
          </a:bodyPr>
          <a:lstStyle/>
          <a:p>
            <a:pPr algn="ctr"/>
            <a:endParaRPr/>
          </a:p>
        </p:txBody>
      </p:sp>
      <p:sp>
        <p:nvSpPr>
          <p:cNvPr id="64" name="Rounded Rectangle 63">
            <a:extLst>
              <a:ext uri="{FF2B5EF4-FFF2-40B4-BE49-F238E27FC236}">
                <a16:creationId xmlns:a16="http://schemas.microsoft.com/office/drawing/2014/main" id="{370B4CCC-9BFC-7B1C-977F-36478B7C9370}"/>
              </a:ext>
            </a:extLst>
          </p:cNvPr>
          <p:cNvSpPr/>
          <p:nvPr/>
        </p:nvSpPr>
        <p:spPr>
          <a:xfrm>
            <a:off x="3306489"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ounded Rectangle 64">
            <a:extLst>
              <a:ext uri="{FF2B5EF4-FFF2-40B4-BE49-F238E27FC236}">
                <a16:creationId xmlns:a16="http://schemas.microsoft.com/office/drawing/2014/main" id="{35634A1B-BBB1-AC1D-0221-544947393BBB}"/>
              </a:ext>
            </a:extLst>
          </p:cNvPr>
          <p:cNvSpPr/>
          <p:nvPr/>
        </p:nvSpPr>
        <p:spPr>
          <a:xfrm>
            <a:off x="2347685"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6" name="Google Shape;1093;p63">
            <a:extLst>
              <a:ext uri="{FF2B5EF4-FFF2-40B4-BE49-F238E27FC236}">
                <a16:creationId xmlns:a16="http://schemas.microsoft.com/office/drawing/2014/main" id="{AA612382-FA54-9E3E-0C2F-F9FA0AB52668}"/>
              </a:ext>
              <a:ext uri="{C183D7F6-B498-43B3-948B-1728B52AA6E4}">
                <adec:decorative xmlns:adec="http://schemas.microsoft.com/office/drawing/2017/decorative" val="1"/>
              </a:ext>
            </a:extLst>
          </p:cNvPr>
          <p:cNvGrpSpPr/>
          <p:nvPr/>
        </p:nvGrpSpPr>
        <p:grpSpPr>
          <a:xfrm>
            <a:off x="489502" y="276904"/>
            <a:ext cx="257028" cy="242690"/>
            <a:chOff x="4372769" y="2910304"/>
            <a:chExt cx="56755" cy="52725"/>
          </a:xfrm>
          <a:solidFill>
            <a:schemeClr val="tx1"/>
          </a:solidFill>
        </p:grpSpPr>
        <p:sp>
          <p:nvSpPr>
            <p:cNvPr id="67" name="Google Shape;1094;p63">
              <a:extLst>
                <a:ext uri="{FF2B5EF4-FFF2-40B4-BE49-F238E27FC236}">
                  <a16:creationId xmlns:a16="http://schemas.microsoft.com/office/drawing/2014/main" id="{0B2209E9-C7FB-8A56-0505-7AE3E8232953}"/>
                </a:ext>
              </a:extLst>
            </p:cNvPr>
            <p:cNvSpPr/>
            <p:nvPr/>
          </p:nvSpPr>
          <p:spPr>
            <a:xfrm>
              <a:off x="4372769" y="2910304"/>
              <a:ext cx="51900" cy="52725"/>
            </a:xfrm>
            <a:custGeom>
              <a:avLst/>
              <a:gdLst/>
              <a:ahLst/>
              <a:cxnLst/>
              <a:rect l="l" t="t" r="r" b="b"/>
              <a:pathLst>
                <a:path w="2076" h="2109" extrusionOk="0">
                  <a:moveTo>
                    <a:pt x="77" y="0"/>
                  </a:moveTo>
                  <a:cubicBezTo>
                    <a:pt x="34" y="0"/>
                    <a:pt x="1" y="34"/>
                    <a:pt x="1" y="76"/>
                  </a:cubicBezTo>
                  <a:lnTo>
                    <a:pt x="1" y="2033"/>
                  </a:lnTo>
                  <a:cubicBezTo>
                    <a:pt x="1" y="2075"/>
                    <a:pt x="34" y="2109"/>
                    <a:pt x="77" y="2109"/>
                  </a:cubicBezTo>
                  <a:lnTo>
                    <a:pt x="1999" y="2109"/>
                  </a:lnTo>
                  <a:cubicBezTo>
                    <a:pt x="2041" y="2109"/>
                    <a:pt x="2075" y="2075"/>
                    <a:pt x="2075" y="2033"/>
                  </a:cubicBezTo>
                  <a:cubicBezTo>
                    <a:pt x="2075" y="1982"/>
                    <a:pt x="2041" y="1948"/>
                    <a:pt x="1999" y="1948"/>
                  </a:cubicBezTo>
                  <a:lnTo>
                    <a:pt x="152" y="1948"/>
                  </a:lnTo>
                  <a:lnTo>
                    <a:pt x="152" y="76"/>
                  </a:lnTo>
                  <a:cubicBezTo>
                    <a:pt x="152" y="34"/>
                    <a:pt x="119" y="0"/>
                    <a:pt x="77"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sp>
          <p:nvSpPr>
            <p:cNvPr id="68" name="Google Shape;1095;p63">
              <a:extLst>
                <a:ext uri="{FF2B5EF4-FFF2-40B4-BE49-F238E27FC236}">
                  <a16:creationId xmlns:a16="http://schemas.microsoft.com/office/drawing/2014/main" id="{385B1DB7-A9AD-1681-0CDC-5270C15C78C1}"/>
                </a:ext>
              </a:extLst>
            </p:cNvPr>
            <p:cNvSpPr/>
            <p:nvPr/>
          </p:nvSpPr>
          <p:spPr>
            <a:xfrm>
              <a:off x="4381625" y="2922100"/>
              <a:ext cx="47900" cy="25125"/>
            </a:xfrm>
            <a:custGeom>
              <a:avLst/>
              <a:gdLst/>
              <a:ahLst/>
              <a:cxnLst/>
              <a:rect l="l" t="t" r="r" b="b"/>
              <a:pathLst>
                <a:path w="1916" h="1005" extrusionOk="0">
                  <a:moveTo>
                    <a:pt x="1831" y="1"/>
                  </a:moveTo>
                  <a:cubicBezTo>
                    <a:pt x="1810" y="1"/>
                    <a:pt x="1789" y="9"/>
                    <a:pt x="1772" y="26"/>
                  </a:cubicBezTo>
                  <a:lnTo>
                    <a:pt x="1173" y="633"/>
                  </a:lnTo>
                  <a:lnTo>
                    <a:pt x="777" y="237"/>
                  </a:lnTo>
                  <a:cubicBezTo>
                    <a:pt x="764" y="220"/>
                    <a:pt x="745" y="212"/>
                    <a:pt x="725" y="212"/>
                  </a:cubicBezTo>
                  <a:cubicBezTo>
                    <a:pt x="705" y="212"/>
                    <a:pt x="684" y="220"/>
                    <a:pt x="667" y="237"/>
                  </a:cubicBezTo>
                  <a:lnTo>
                    <a:pt x="35" y="869"/>
                  </a:lnTo>
                  <a:cubicBezTo>
                    <a:pt x="1" y="903"/>
                    <a:pt x="1" y="954"/>
                    <a:pt x="35" y="979"/>
                  </a:cubicBezTo>
                  <a:cubicBezTo>
                    <a:pt x="51" y="996"/>
                    <a:pt x="73" y="1004"/>
                    <a:pt x="93" y="1004"/>
                  </a:cubicBezTo>
                  <a:cubicBezTo>
                    <a:pt x="113" y="1004"/>
                    <a:pt x="132" y="996"/>
                    <a:pt x="144" y="979"/>
                  </a:cubicBezTo>
                  <a:lnTo>
                    <a:pt x="726" y="405"/>
                  </a:lnTo>
                  <a:lnTo>
                    <a:pt x="1114" y="793"/>
                  </a:lnTo>
                  <a:cubicBezTo>
                    <a:pt x="1131" y="810"/>
                    <a:pt x="1152" y="819"/>
                    <a:pt x="1172" y="819"/>
                  </a:cubicBezTo>
                  <a:cubicBezTo>
                    <a:pt x="1192" y="819"/>
                    <a:pt x="1211" y="810"/>
                    <a:pt x="1224" y="793"/>
                  </a:cubicBezTo>
                  <a:lnTo>
                    <a:pt x="1890" y="136"/>
                  </a:lnTo>
                  <a:cubicBezTo>
                    <a:pt x="1915" y="110"/>
                    <a:pt x="1915" y="60"/>
                    <a:pt x="1890" y="26"/>
                  </a:cubicBezTo>
                  <a:cubicBezTo>
                    <a:pt x="1873" y="9"/>
                    <a:pt x="1852" y="1"/>
                    <a:pt x="1831"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grpSp>
      <p:sp>
        <p:nvSpPr>
          <p:cNvPr id="69" name="Google Shape;1266;p65">
            <a:extLst>
              <a:ext uri="{FF2B5EF4-FFF2-40B4-BE49-F238E27FC236}">
                <a16:creationId xmlns:a16="http://schemas.microsoft.com/office/drawing/2014/main" id="{BE460F2C-A5DD-CA70-D22A-75B238FB815F}"/>
              </a:ext>
            </a:extLst>
          </p:cNvPr>
          <p:cNvSpPr/>
          <p:nvPr/>
        </p:nvSpPr>
        <p:spPr>
          <a:xfrm>
            <a:off x="3406025" y="348631"/>
            <a:ext cx="192542" cy="195814"/>
          </a:xfrm>
          <a:custGeom>
            <a:avLst/>
            <a:gdLst/>
            <a:ahLst/>
            <a:cxnLst/>
            <a:rect l="l" t="t" r="r" b="b"/>
            <a:pathLst>
              <a:path w="1687" h="1688" extrusionOk="0">
                <a:moveTo>
                  <a:pt x="177" y="1"/>
                </a:moveTo>
                <a:cubicBezTo>
                  <a:pt x="76" y="1"/>
                  <a:pt x="0" y="76"/>
                  <a:pt x="0" y="178"/>
                </a:cubicBezTo>
                <a:lnTo>
                  <a:pt x="0" y="1181"/>
                </a:lnTo>
                <a:cubicBezTo>
                  <a:pt x="0" y="1282"/>
                  <a:pt x="76" y="1367"/>
                  <a:pt x="177" y="1367"/>
                </a:cubicBezTo>
                <a:lnTo>
                  <a:pt x="312" y="1367"/>
                </a:lnTo>
                <a:lnTo>
                  <a:pt x="312" y="1527"/>
                </a:lnTo>
                <a:cubicBezTo>
                  <a:pt x="312" y="1611"/>
                  <a:pt x="380" y="1687"/>
                  <a:pt x="464" y="1687"/>
                </a:cubicBezTo>
                <a:cubicBezTo>
                  <a:pt x="506" y="1687"/>
                  <a:pt x="549" y="1670"/>
                  <a:pt x="574" y="1637"/>
                </a:cubicBezTo>
                <a:lnTo>
                  <a:pt x="844" y="1367"/>
                </a:lnTo>
                <a:lnTo>
                  <a:pt x="1501" y="1367"/>
                </a:lnTo>
                <a:cubicBezTo>
                  <a:pt x="1603" y="1367"/>
                  <a:pt x="1687" y="1282"/>
                  <a:pt x="1687" y="1181"/>
                </a:cubicBezTo>
                <a:lnTo>
                  <a:pt x="1687" y="178"/>
                </a:lnTo>
                <a:cubicBezTo>
                  <a:pt x="1687" y="76"/>
                  <a:pt x="1603" y="1"/>
                  <a:pt x="1501" y="1"/>
                </a:cubicBezTo>
                <a:close/>
                <a:moveTo>
                  <a:pt x="152" y="178"/>
                </a:moveTo>
                <a:cubicBezTo>
                  <a:pt x="152" y="169"/>
                  <a:pt x="169" y="152"/>
                  <a:pt x="177" y="152"/>
                </a:cubicBezTo>
                <a:lnTo>
                  <a:pt x="1501" y="152"/>
                </a:lnTo>
                <a:cubicBezTo>
                  <a:pt x="1510" y="152"/>
                  <a:pt x="1527" y="169"/>
                  <a:pt x="1527" y="178"/>
                </a:cubicBezTo>
                <a:lnTo>
                  <a:pt x="1527" y="1181"/>
                </a:lnTo>
                <a:cubicBezTo>
                  <a:pt x="1527" y="1198"/>
                  <a:pt x="1510" y="1206"/>
                  <a:pt x="1501" y="1206"/>
                </a:cubicBezTo>
                <a:lnTo>
                  <a:pt x="810" y="1206"/>
                </a:lnTo>
                <a:cubicBezTo>
                  <a:pt x="793" y="1206"/>
                  <a:pt x="776" y="1215"/>
                  <a:pt x="759" y="1232"/>
                </a:cubicBezTo>
                <a:lnTo>
                  <a:pt x="473" y="1518"/>
                </a:lnTo>
                <a:lnTo>
                  <a:pt x="473" y="1291"/>
                </a:lnTo>
                <a:cubicBezTo>
                  <a:pt x="473" y="1249"/>
                  <a:pt x="439" y="1206"/>
                  <a:pt x="388" y="1206"/>
                </a:cubicBezTo>
                <a:lnTo>
                  <a:pt x="177" y="1206"/>
                </a:lnTo>
                <a:cubicBezTo>
                  <a:pt x="169" y="1206"/>
                  <a:pt x="152" y="1198"/>
                  <a:pt x="152" y="1181"/>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nvGrpSpPr>
          <p:cNvPr id="70" name="Group 69">
            <a:extLst>
              <a:ext uri="{FF2B5EF4-FFF2-40B4-BE49-F238E27FC236}">
                <a16:creationId xmlns:a16="http://schemas.microsoft.com/office/drawing/2014/main" id="{7813386B-112D-E3F3-A99E-FDA9F8D48E11}"/>
              </a:ext>
            </a:extLst>
          </p:cNvPr>
          <p:cNvGrpSpPr/>
          <p:nvPr/>
        </p:nvGrpSpPr>
        <p:grpSpPr>
          <a:xfrm>
            <a:off x="2413311" y="299200"/>
            <a:ext cx="254222" cy="254222"/>
            <a:chOff x="3097145" y="1017785"/>
            <a:chExt cx="307292" cy="307292"/>
          </a:xfrm>
        </p:grpSpPr>
        <p:sp>
          <p:nvSpPr>
            <p:cNvPr id="71" name="Google Shape;1329;p65">
              <a:extLst>
                <a:ext uri="{FF2B5EF4-FFF2-40B4-BE49-F238E27FC236}">
                  <a16:creationId xmlns:a16="http://schemas.microsoft.com/office/drawing/2014/main" id="{F9BC5D02-BBC4-C2F9-3EF1-3E3B4A8C45E2}"/>
                </a:ext>
              </a:extLst>
            </p:cNvPr>
            <p:cNvSpPr/>
            <p:nvPr/>
          </p:nvSpPr>
          <p:spPr>
            <a:xfrm>
              <a:off x="3215558" y="1113681"/>
              <a:ext cx="92850" cy="114440"/>
            </a:xfrm>
            <a:custGeom>
              <a:avLst/>
              <a:gdLst/>
              <a:ahLst/>
              <a:cxnLst/>
              <a:rect l="l" t="t" r="r" b="b"/>
              <a:pathLst>
                <a:path w="701" h="864" extrusionOk="0">
                  <a:moveTo>
                    <a:pt x="54" y="0"/>
                  </a:moveTo>
                  <a:cubicBezTo>
                    <a:pt x="27" y="0"/>
                    <a:pt x="0" y="22"/>
                    <a:pt x="0" y="53"/>
                  </a:cubicBezTo>
                  <a:lnTo>
                    <a:pt x="0" y="812"/>
                  </a:lnTo>
                  <a:cubicBezTo>
                    <a:pt x="0" y="842"/>
                    <a:pt x="27" y="864"/>
                    <a:pt x="54" y="864"/>
                  </a:cubicBezTo>
                  <a:cubicBezTo>
                    <a:pt x="65" y="864"/>
                    <a:pt x="75" y="861"/>
                    <a:pt x="84" y="854"/>
                  </a:cubicBezTo>
                  <a:lnTo>
                    <a:pt x="675" y="474"/>
                  </a:lnTo>
                  <a:cubicBezTo>
                    <a:pt x="700" y="458"/>
                    <a:pt x="700" y="407"/>
                    <a:pt x="675" y="390"/>
                  </a:cubicBezTo>
                  <a:lnTo>
                    <a:pt x="84" y="11"/>
                  </a:lnTo>
                  <a:cubicBezTo>
                    <a:pt x="75" y="4"/>
                    <a:pt x="65" y="0"/>
                    <a:pt x="54" y="0"/>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72" name="Google Shape;1330;p65">
              <a:extLst>
                <a:ext uri="{FF2B5EF4-FFF2-40B4-BE49-F238E27FC236}">
                  <a16:creationId xmlns:a16="http://schemas.microsoft.com/office/drawing/2014/main" id="{F735DEC7-DCAD-5558-10E5-7F314A297CCB}"/>
                </a:ext>
              </a:extLst>
            </p:cNvPr>
            <p:cNvSpPr/>
            <p:nvPr/>
          </p:nvSpPr>
          <p:spPr>
            <a:xfrm>
              <a:off x="3097145" y="1017785"/>
              <a:ext cx="307292" cy="307292"/>
            </a:xfrm>
            <a:custGeom>
              <a:avLst/>
              <a:gdLst/>
              <a:ahLst/>
              <a:cxnLst/>
              <a:rect l="l" t="t" r="r" b="b"/>
              <a:pathLst>
                <a:path w="2320" h="2320" extrusionOk="0">
                  <a:moveTo>
                    <a:pt x="1164" y="153"/>
                  </a:moveTo>
                  <a:cubicBezTo>
                    <a:pt x="607" y="153"/>
                    <a:pt x="160" y="600"/>
                    <a:pt x="160" y="1156"/>
                  </a:cubicBezTo>
                  <a:cubicBezTo>
                    <a:pt x="160" y="1713"/>
                    <a:pt x="607" y="2160"/>
                    <a:pt x="1164" y="2160"/>
                  </a:cubicBezTo>
                  <a:cubicBezTo>
                    <a:pt x="1712" y="2160"/>
                    <a:pt x="2159" y="1713"/>
                    <a:pt x="2159" y="1156"/>
                  </a:cubicBezTo>
                  <a:cubicBezTo>
                    <a:pt x="2159" y="600"/>
                    <a:pt x="1712" y="153"/>
                    <a:pt x="1164" y="153"/>
                  </a:cubicBezTo>
                  <a:close/>
                  <a:moveTo>
                    <a:pt x="0" y="1156"/>
                  </a:moveTo>
                  <a:cubicBezTo>
                    <a:pt x="0" y="515"/>
                    <a:pt x="523" y="1"/>
                    <a:pt x="1164" y="1"/>
                  </a:cubicBezTo>
                  <a:cubicBezTo>
                    <a:pt x="1796" y="1"/>
                    <a:pt x="2319" y="515"/>
                    <a:pt x="2319" y="1156"/>
                  </a:cubicBezTo>
                  <a:cubicBezTo>
                    <a:pt x="2319" y="1797"/>
                    <a:pt x="1796" y="2320"/>
                    <a:pt x="1164" y="2320"/>
                  </a:cubicBezTo>
                  <a:cubicBezTo>
                    <a:pt x="523" y="2320"/>
                    <a:pt x="0" y="1797"/>
                    <a:pt x="0" y="1156"/>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sp>
        <p:nvSpPr>
          <p:cNvPr id="73" name="Rounded Rectangle 72">
            <a:extLst>
              <a:ext uri="{FF2B5EF4-FFF2-40B4-BE49-F238E27FC236}">
                <a16:creationId xmlns:a16="http://schemas.microsoft.com/office/drawing/2014/main" id="{AE0EE1DA-ABAD-0CE1-12C3-181EE44E1A51}"/>
              </a:ext>
            </a:extLst>
          </p:cNvPr>
          <p:cNvSpPr/>
          <p:nvPr/>
        </p:nvSpPr>
        <p:spPr>
          <a:xfrm>
            <a:off x="1351842" y="157300"/>
            <a:ext cx="554006" cy="554016"/>
          </a:xfrm>
          <a:prstGeom prst="roundRect">
            <a:avLst/>
          </a:prstGeom>
          <a:solidFill>
            <a:srgbClr val="6533FE"/>
          </a:solidFill>
          <a:ln w="38100">
            <a:solidFill>
              <a:srgbClr val="6533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Text Placeholder 18">
            <a:extLst>
              <a:ext uri="{FF2B5EF4-FFF2-40B4-BE49-F238E27FC236}">
                <a16:creationId xmlns:a16="http://schemas.microsoft.com/office/drawing/2014/main" id="{2CB6C78E-E2CA-8CE2-246F-B0E91AA02ABC}"/>
              </a:ext>
            </a:extLst>
          </p:cNvPr>
          <p:cNvSpPr txBox="1">
            <a:spLocks/>
          </p:cNvSpPr>
          <p:nvPr/>
        </p:nvSpPr>
        <p:spPr>
          <a:xfrm>
            <a:off x="240840" y="1136046"/>
            <a:ext cx="8136102" cy="613292"/>
          </a:xfrm>
          <a:prstGeom prst="rect">
            <a:avLst/>
          </a:prstGeom>
        </p:spPr>
        <p:txBody>
          <a:bodyPr/>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Aptos"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4000" b="1" dirty="0">
                <a:latin typeface="Aptos" pitchFamily="2" charset="77"/>
                <a:cs typeface="Aptos" pitchFamily="2" charset="77"/>
              </a:rPr>
              <a:t>GitHub Agentic Workflows</a:t>
            </a:r>
          </a:p>
        </p:txBody>
      </p:sp>
      <p:sp>
        <p:nvSpPr>
          <p:cNvPr id="25" name="Rectangle 24">
            <a:extLst>
              <a:ext uri="{FF2B5EF4-FFF2-40B4-BE49-F238E27FC236}">
                <a16:creationId xmlns:a16="http://schemas.microsoft.com/office/drawing/2014/main" id="{923E2EC5-203E-03B4-6447-AEF2EA8F7F0E}"/>
              </a:ext>
            </a:extLst>
          </p:cNvPr>
          <p:cNvSpPr/>
          <p:nvPr/>
        </p:nvSpPr>
        <p:spPr>
          <a:xfrm>
            <a:off x="5359299" y="6028680"/>
            <a:ext cx="749597" cy="267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57AB354-78CF-333A-715B-7B7E5847A84B}"/>
              </a:ext>
            </a:extLst>
          </p:cNvPr>
          <p:cNvSpPr/>
          <p:nvPr/>
        </p:nvSpPr>
        <p:spPr>
          <a:xfrm>
            <a:off x="6216697" y="5861630"/>
            <a:ext cx="889750" cy="434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4712BABB-AD05-6938-4F66-3923545BA79F}"/>
              </a:ext>
            </a:extLst>
          </p:cNvPr>
          <p:cNvSpPr/>
          <p:nvPr/>
        </p:nvSpPr>
        <p:spPr>
          <a:xfrm>
            <a:off x="832657" y="5754126"/>
            <a:ext cx="444407" cy="434650"/>
          </a:xfrm>
          <a:prstGeom prst="ellipse">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92C1CEBA-4100-33DC-D18B-4164E79532D6}"/>
              </a:ext>
            </a:extLst>
          </p:cNvPr>
          <p:cNvSpPr/>
          <p:nvPr/>
        </p:nvSpPr>
        <p:spPr>
          <a:xfrm>
            <a:off x="1412152" y="5754126"/>
            <a:ext cx="444407" cy="434650"/>
          </a:xfrm>
          <a:prstGeom prst="ellipse">
            <a:avLst/>
          </a:prstGeom>
          <a:blipFill>
            <a:blip r:embed="rId4"/>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762E2064-FADD-1E04-41A9-8D2858B5E306}"/>
              </a:ext>
            </a:extLst>
          </p:cNvPr>
          <p:cNvSpPr/>
          <p:nvPr/>
        </p:nvSpPr>
        <p:spPr>
          <a:xfrm>
            <a:off x="1991647" y="5754126"/>
            <a:ext cx="444407" cy="434650"/>
          </a:xfrm>
          <a:prstGeom prst="ellipse">
            <a:avLst/>
          </a:prstGeom>
          <a:blipFill>
            <a:blip r:embed="rId5"/>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412A292A-3CFF-781F-EECB-3D5D5F1C8BAE}"/>
              </a:ext>
            </a:extLst>
          </p:cNvPr>
          <p:cNvSpPr/>
          <p:nvPr/>
        </p:nvSpPr>
        <p:spPr>
          <a:xfrm>
            <a:off x="2593573" y="5754126"/>
            <a:ext cx="444407" cy="434650"/>
          </a:xfrm>
          <a:prstGeom prst="ellipse">
            <a:avLst/>
          </a:prstGeom>
          <a:blipFill>
            <a:blip r:embed="rId6"/>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screenshot of a computer&#10;&#10;AI-generated content may be incorrect.">
            <a:extLst>
              <a:ext uri="{FF2B5EF4-FFF2-40B4-BE49-F238E27FC236}">
                <a16:creationId xmlns:a16="http://schemas.microsoft.com/office/drawing/2014/main" id="{0605AF20-9072-B1D7-467D-B4F56D879832}"/>
              </a:ext>
            </a:extLst>
          </p:cNvPr>
          <p:cNvPicPr>
            <a:picLocks noChangeAspect="1"/>
          </p:cNvPicPr>
          <p:nvPr/>
        </p:nvPicPr>
        <p:blipFill>
          <a:blip r:embed="rId7"/>
          <a:srcRect t="21963"/>
          <a:stretch>
            <a:fillRect/>
          </a:stretch>
        </p:blipFill>
        <p:spPr>
          <a:xfrm>
            <a:off x="6069338" y="2173836"/>
            <a:ext cx="6083378" cy="3988644"/>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B2239D76-6D59-0EEE-E51F-969C9BA45D0B}"/>
              </a:ext>
            </a:extLst>
          </p:cNvPr>
          <p:cNvPicPr>
            <a:picLocks noChangeAspect="1"/>
          </p:cNvPicPr>
          <p:nvPr/>
        </p:nvPicPr>
        <p:blipFill>
          <a:blip r:embed="rId7"/>
          <a:srcRect t="8960" r="81981" b="81005"/>
          <a:stretch>
            <a:fillRect/>
          </a:stretch>
        </p:blipFill>
        <p:spPr>
          <a:xfrm>
            <a:off x="11018847" y="1634998"/>
            <a:ext cx="1096173" cy="512902"/>
          </a:xfrm>
          <a:prstGeom prst="rect">
            <a:avLst/>
          </a:prstGeom>
        </p:spPr>
      </p:pic>
      <p:pic>
        <p:nvPicPr>
          <p:cNvPr id="16" name="Picture 15">
            <a:extLst>
              <a:ext uri="{FF2B5EF4-FFF2-40B4-BE49-F238E27FC236}">
                <a16:creationId xmlns:a16="http://schemas.microsoft.com/office/drawing/2014/main" id="{47E848BE-CE76-75FE-70F2-56CC4C35589C}"/>
              </a:ext>
            </a:extLst>
          </p:cNvPr>
          <p:cNvPicPr>
            <a:picLocks noChangeAspect="1"/>
          </p:cNvPicPr>
          <p:nvPr/>
        </p:nvPicPr>
        <p:blipFill>
          <a:blip r:embed="rId8"/>
          <a:stretch>
            <a:fillRect/>
          </a:stretch>
        </p:blipFill>
        <p:spPr>
          <a:xfrm>
            <a:off x="1400522" y="200430"/>
            <a:ext cx="459040" cy="459040"/>
          </a:xfrm>
          <a:prstGeom prst="rect">
            <a:avLst/>
          </a:prstGeom>
        </p:spPr>
      </p:pic>
      <p:sp>
        <p:nvSpPr>
          <p:cNvPr id="2" name="Text Placeholder 23">
            <a:extLst>
              <a:ext uri="{FF2B5EF4-FFF2-40B4-BE49-F238E27FC236}">
                <a16:creationId xmlns:a16="http://schemas.microsoft.com/office/drawing/2014/main" id="{BC3C8583-7B33-9148-70DD-F63936C502F5}"/>
              </a:ext>
            </a:extLst>
          </p:cNvPr>
          <p:cNvSpPr txBox="1">
            <a:spLocks/>
          </p:cNvSpPr>
          <p:nvPr/>
        </p:nvSpPr>
        <p:spPr>
          <a:xfrm>
            <a:off x="9844318" y="204905"/>
            <a:ext cx="2301494" cy="333021"/>
          </a:xfrm>
          <a:prstGeom prst="rect">
            <a:avLst/>
          </a:prstGeom>
          <a:noFill/>
          <a:ln w="19050" cap="flat" cmpd="sng">
            <a:noFill/>
            <a:prstDash val="solid"/>
            <a:round/>
            <a:headEnd type="none" w="sm" len="sm"/>
            <a:tailEnd type="none" w="sm" len="sm"/>
          </a:ln>
          <a:effectLst/>
        </p:spPr>
        <p:txBody>
          <a:bodyPr lIns="0" tIns="0" rIns="0" bIns="0" anchor="t" anchorCtr="0">
            <a:noAutofit/>
          </a:bodyPr>
          <a:lstStyle>
            <a:lvl1pPr marL="0" indent="0" algn="l" defTabSz="914049" rtl="0" eaLnBrk="1" latinLnBrk="0" hangingPunct="1">
              <a:lnSpc>
                <a:spcPct val="90000"/>
              </a:lnSpc>
              <a:spcBef>
                <a:spcPts val="1000"/>
              </a:spcBef>
              <a:buFont typeface="Arial" panose="020B0604020202020204" pitchFamily="34" charset="0"/>
              <a:buNone/>
              <a:defRPr sz="1400" b="0" i="0" kern="1200" cap="all" baseline="0">
                <a:solidFill>
                  <a:schemeClr val="bg2"/>
                </a:solidFill>
                <a:latin typeface="Consolas" pitchFamily="2" charset="77"/>
                <a:ea typeface="+mn-ea"/>
                <a:cs typeface="Consolas" pitchFamily="2" charset="77"/>
              </a:defRPr>
            </a:lvl1pPr>
            <a:lvl2pPr marL="457024"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04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073"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09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3635"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66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686"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71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TECHNICAL PREVIEW</a:t>
            </a:r>
          </a:p>
        </p:txBody>
      </p:sp>
    </p:spTree>
    <p:extLst>
      <p:ext uri="{BB962C8B-B14F-4D97-AF65-F5344CB8AC3E}">
        <p14:creationId xmlns:p14="http://schemas.microsoft.com/office/powerpoint/2010/main" val="2735469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6A802-2BD5-BC18-C64E-1FDF44DFCED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9CD35CA-29AB-D9C1-7C8C-AED37AD51F2E}"/>
              </a:ext>
            </a:extLst>
          </p:cNvPr>
          <p:cNvSpPr>
            <a:spLocks noGrp="1"/>
          </p:cNvSpPr>
          <p:nvPr>
            <p:ph type="sldNum" sz="quarter" idx="37"/>
          </p:nvPr>
        </p:nvSpPr>
        <p:spPr>
          <a:xfrm>
            <a:off x="9409515" y="6565902"/>
            <a:ext cx="2741613" cy="237463"/>
          </a:xfrm>
          <a:prstGeom prst="rect">
            <a:avLst/>
          </a:prstGeom>
        </p:spPr>
        <p:txBody>
          <a:bodyPr vert="horz" lIns="91440" tIns="45720" rIns="91440" bIns="45720" rtlCol="0" anchor="ctr"/>
          <a:lstStyle>
            <a:defPPr>
              <a:defRPr lang="en-US"/>
            </a:defPPr>
            <a:lvl1pPr marL="0" algn="r" defTabSz="914080" rtl="0" eaLnBrk="1" latinLnBrk="0" hangingPunct="1">
              <a:defRPr sz="1200" kern="1200">
                <a:solidFill>
                  <a:schemeClr val="tx1">
                    <a:tint val="82000"/>
                  </a:schemeClr>
                </a:solidFill>
                <a:latin typeface="+mn-lt"/>
                <a:ea typeface="+mn-ea"/>
                <a:cs typeface="+mn-cs"/>
              </a:defRPr>
            </a:lvl1pPr>
            <a:lvl2pPr marL="457040" algn="l" defTabSz="914080" rtl="0" eaLnBrk="1" latinLnBrk="0" hangingPunct="1">
              <a:defRPr sz="1799" kern="1200">
                <a:solidFill>
                  <a:schemeClr val="tx1"/>
                </a:solidFill>
                <a:latin typeface="+mn-lt"/>
                <a:ea typeface="+mn-ea"/>
                <a:cs typeface="+mn-cs"/>
              </a:defRPr>
            </a:lvl2pPr>
            <a:lvl3pPr marL="914080" algn="l" defTabSz="914080" rtl="0" eaLnBrk="1" latinLnBrk="0" hangingPunct="1">
              <a:defRPr sz="1799" kern="1200">
                <a:solidFill>
                  <a:schemeClr val="tx1"/>
                </a:solidFill>
                <a:latin typeface="+mn-lt"/>
                <a:ea typeface="+mn-ea"/>
                <a:cs typeface="+mn-cs"/>
              </a:defRPr>
            </a:lvl3pPr>
            <a:lvl4pPr marL="1371120" algn="l" defTabSz="914080" rtl="0" eaLnBrk="1" latinLnBrk="0" hangingPunct="1">
              <a:defRPr sz="1799" kern="1200">
                <a:solidFill>
                  <a:schemeClr val="tx1"/>
                </a:solidFill>
                <a:latin typeface="+mn-lt"/>
                <a:ea typeface="+mn-ea"/>
                <a:cs typeface="+mn-cs"/>
              </a:defRPr>
            </a:lvl4pPr>
            <a:lvl5pPr marL="1828160" algn="l" defTabSz="914080" rtl="0" eaLnBrk="1" latinLnBrk="0" hangingPunct="1">
              <a:defRPr sz="1799" kern="1200">
                <a:solidFill>
                  <a:schemeClr val="tx1"/>
                </a:solidFill>
                <a:latin typeface="+mn-lt"/>
                <a:ea typeface="+mn-ea"/>
                <a:cs typeface="+mn-cs"/>
              </a:defRPr>
            </a:lvl5pPr>
            <a:lvl6pPr marL="2285200" algn="l" defTabSz="914080" rtl="0" eaLnBrk="1" latinLnBrk="0" hangingPunct="1">
              <a:defRPr sz="1799" kern="1200">
                <a:solidFill>
                  <a:schemeClr val="tx1"/>
                </a:solidFill>
                <a:latin typeface="+mn-lt"/>
                <a:ea typeface="+mn-ea"/>
                <a:cs typeface="+mn-cs"/>
              </a:defRPr>
            </a:lvl6pPr>
            <a:lvl7pPr marL="2742240" algn="l" defTabSz="914080" rtl="0" eaLnBrk="1" latinLnBrk="0" hangingPunct="1">
              <a:defRPr sz="1799" kern="1200">
                <a:solidFill>
                  <a:schemeClr val="tx1"/>
                </a:solidFill>
                <a:latin typeface="+mn-lt"/>
                <a:ea typeface="+mn-ea"/>
                <a:cs typeface="+mn-cs"/>
              </a:defRPr>
            </a:lvl7pPr>
            <a:lvl8pPr marL="3199280" algn="l" defTabSz="914080" rtl="0" eaLnBrk="1" latinLnBrk="0" hangingPunct="1">
              <a:defRPr sz="1799" kern="1200">
                <a:solidFill>
                  <a:schemeClr val="tx1"/>
                </a:solidFill>
                <a:latin typeface="+mn-lt"/>
                <a:ea typeface="+mn-ea"/>
                <a:cs typeface="+mn-cs"/>
              </a:defRPr>
            </a:lvl8pPr>
            <a:lvl9pPr marL="3656320" algn="l" defTabSz="914080" rtl="0" eaLnBrk="1" latinLnBrk="0" hangingPunct="1">
              <a:defRPr sz="1799" kern="1200">
                <a:solidFill>
                  <a:schemeClr val="tx1"/>
                </a:solidFill>
                <a:latin typeface="+mn-lt"/>
                <a:ea typeface="+mn-ea"/>
                <a:cs typeface="+mn-cs"/>
              </a:defRPr>
            </a:lvl9pPr>
          </a:lstStyle>
          <a:p>
            <a:fld id="{33B31415-8031-C145-812D-7EC4C965D339}" type="slidenum">
              <a:rPr lang="en-US" smtClean="0"/>
              <a:pPr/>
              <a:t>9</a:t>
            </a:fld>
            <a:endParaRPr lang="en-US"/>
          </a:p>
        </p:txBody>
      </p:sp>
      <p:sp>
        <p:nvSpPr>
          <p:cNvPr id="5" name="TextBox 4">
            <a:extLst>
              <a:ext uri="{FF2B5EF4-FFF2-40B4-BE49-F238E27FC236}">
                <a16:creationId xmlns:a16="http://schemas.microsoft.com/office/drawing/2014/main" id="{0A9DDA17-E50B-9E3A-4908-08C683324023}"/>
              </a:ext>
            </a:extLst>
          </p:cNvPr>
          <p:cNvSpPr txBox="1"/>
          <p:nvPr/>
        </p:nvSpPr>
        <p:spPr>
          <a:xfrm>
            <a:off x="293878" y="2026920"/>
            <a:ext cx="7135622" cy="4108817"/>
          </a:xfrm>
          <a:prstGeom prst="rect">
            <a:avLst/>
          </a:prstGeom>
          <a:noFill/>
        </p:spPr>
        <p:txBody>
          <a:bodyPr wrap="square">
            <a:spAutoFit/>
          </a:bodyPr>
          <a:lstStyle/>
          <a:p>
            <a:r>
              <a:rPr lang="fr-FR" sz="2200" dirty="0">
                <a:latin typeface="Aptos" pitchFamily="2" charset="77"/>
                <a:cs typeface="Aptos" pitchFamily="2" charset="77"/>
              </a:rPr>
              <a:t>Les workflows </a:t>
            </a:r>
            <a:r>
              <a:rPr lang="fr-FR" sz="2200" dirty="0" err="1">
                <a:latin typeface="Aptos" pitchFamily="2" charset="77"/>
                <a:cs typeface="Aptos" pitchFamily="2" charset="77"/>
              </a:rPr>
              <a:t>Agentic</a:t>
            </a:r>
            <a:r>
              <a:rPr lang="fr-FR" sz="2200" dirty="0">
                <a:latin typeface="Aptos" pitchFamily="2" charset="77"/>
                <a:cs typeface="Aptos" pitchFamily="2" charset="77"/>
              </a:rPr>
              <a:t> accordent la priorité à la sécurité :</a:t>
            </a:r>
            <a:br>
              <a:rPr lang="fr-FR" sz="2200" dirty="0">
                <a:latin typeface="Aptos" pitchFamily="2" charset="77"/>
                <a:cs typeface="Aptos" pitchFamily="2" charset="77"/>
              </a:rPr>
            </a:br>
            <a:endParaRPr lang="en-US" sz="2200" dirty="0">
              <a:latin typeface="Aptos" pitchFamily="2" charset="77"/>
              <a:cs typeface="Aptos" pitchFamily="2" charset="77"/>
            </a:endParaRPr>
          </a:p>
          <a:p>
            <a:pPr marL="799940" lvl="1" indent="-342900">
              <a:buClr>
                <a:schemeClr val="bg2"/>
              </a:buClr>
              <a:buFont typeface="Arial" panose="020B0604020202020204" pitchFamily="34" charset="0"/>
              <a:buChar char="•"/>
            </a:pPr>
            <a:r>
              <a:rPr lang="en-US" dirty="0">
                <a:latin typeface="Aptos" pitchFamily="2" charset="77"/>
                <a:cs typeface="Aptos" pitchFamily="2" charset="77"/>
              </a:rPr>
              <a:t>agent</a:t>
            </a:r>
            <a:br>
              <a:rPr lang="en-US" b="1" dirty="0">
                <a:latin typeface="Aptos" pitchFamily="2" charset="77"/>
                <a:cs typeface="Aptos" pitchFamily="2" charset="77"/>
              </a:rPr>
            </a:br>
            <a:br>
              <a:rPr lang="en-US" sz="500" dirty="0">
                <a:latin typeface="Aptos" pitchFamily="2" charset="77"/>
                <a:cs typeface="Aptos" pitchFamily="2" charset="77"/>
              </a:rPr>
            </a:br>
            <a:r>
              <a:rPr lang="fr-FR" sz="1600" dirty="0">
                <a:solidFill>
                  <a:schemeClr val="bg1">
                    <a:lumMod val="50000"/>
                    <a:lumOff val="50000"/>
                  </a:schemeClr>
                </a:solidFill>
                <a:latin typeface="Aptos" pitchFamily="2" charset="77"/>
                <a:cs typeface="Aptos" pitchFamily="2" charset="77"/>
              </a:rPr>
              <a:t>Dispose de droits en lecture seule et se contente de proposer des actions.</a:t>
            </a:r>
          </a:p>
          <a:p>
            <a:pPr marL="457040" lvl="1">
              <a:buClr>
                <a:schemeClr val="bg2"/>
              </a:buClr>
            </a:pPr>
            <a:r>
              <a:rPr lang="en-US" sz="700" b="1" dirty="0">
                <a:latin typeface="Aptos" pitchFamily="2" charset="77"/>
                <a:cs typeface="Aptos" pitchFamily="2" charset="77"/>
              </a:rPr>
              <a:t> </a:t>
            </a:r>
          </a:p>
          <a:p>
            <a:pPr marL="799940" lvl="1" indent="-342900">
              <a:buClr>
                <a:schemeClr val="bg2"/>
              </a:buClr>
              <a:buFont typeface="Arial" panose="020B0604020202020204" pitchFamily="34" charset="0"/>
              <a:buChar char="•"/>
            </a:pPr>
            <a:r>
              <a:rPr lang="en-US" dirty="0">
                <a:latin typeface="Aptos" pitchFamily="2" charset="77"/>
                <a:cs typeface="Aptos" pitchFamily="2" charset="77"/>
              </a:rPr>
              <a:t>detection</a:t>
            </a:r>
            <a:br>
              <a:rPr lang="en-US" sz="2000" b="1" dirty="0">
                <a:latin typeface="Aptos" pitchFamily="2" charset="77"/>
                <a:cs typeface="Aptos" pitchFamily="2" charset="77"/>
              </a:rPr>
            </a:br>
            <a:br>
              <a:rPr lang="en-US" sz="500" dirty="0">
                <a:latin typeface="Aptos" pitchFamily="2" charset="77"/>
                <a:cs typeface="Aptos" pitchFamily="2" charset="77"/>
              </a:rPr>
            </a:br>
            <a:r>
              <a:rPr lang="fr-FR" sz="1600" dirty="0">
                <a:solidFill>
                  <a:schemeClr val="bg1">
                    <a:lumMod val="50000"/>
                    <a:lumOff val="50000"/>
                  </a:schemeClr>
                </a:solidFill>
                <a:latin typeface="Aptos" pitchFamily="2" charset="77"/>
                <a:cs typeface="Aptos" pitchFamily="2" charset="77"/>
              </a:rPr>
              <a:t>Les analyses de détection des menaces examinent les données générées par l'agent afin d'identifier d'éventuels problèmes de sécurité.</a:t>
            </a:r>
          </a:p>
          <a:p>
            <a:pPr marL="457040" lvl="1">
              <a:buClr>
                <a:schemeClr val="bg2"/>
              </a:buClr>
            </a:pPr>
            <a:endParaRPr lang="en-US" sz="300" b="1" dirty="0">
              <a:latin typeface="Aptos" pitchFamily="2" charset="77"/>
              <a:cs typeface="Aptos" pitchFamily="2" charset="77"/>
            </a:endParaRPr>
          </a:p>
          <a:p>
            <a:pPr marL="799940" lvl="1" indent="-342900">
              <a:buClr>
                <a:schemeClr val="bg2"/>
              </a:buClr>
              <a:buFont typeface="Arial" panose="020B0604020202020204" pitchFamily="34" charset="0"/>
              <a:buChar char="•"/>
            </a:pPr>
            <a:r>
              <a:rPr lang="en-US" dirty="0">
                <a:latin typeface="Aptos" pitchFamily="2" charset="77"/>
                <a:cs typeface="Aptos" pitchFamily="2" charset="77"/>
              </a:rPr>
              <a:t>safe outputs</a:t>
            </a:r>
            <a:br>
              <a:rPr lang="en-US" sz="2000" b="1" dirty="0">
                <a:latin typeface="Aptos" pitchFamily="2" charset="77"/>
                <a:cs typeface="Aptos" pitchFamily="2" charset="77"/>
              </a:rPr>
            </a:br>
            <a:br>
              <a:rPr lang="en-US" sz="500" dirty="0">
                <a:solidFill>
                  <a:schemeClr val="bg1">
                    <a:lumMod val="50000"/>
                    <a:lumOff val="50000"/>
                  </a:schemeClr>
                </a:solidFill>
                <a:latin typeface="Aptos" pitchFamily="2" charset="77"/>
                <a:cs typeface="Aptos" pitchFamily="2" charset="77"/>
              </a:rPr>
            </a:br>
            <a:r>
              <a:rPr lang="fr-FR" sz="1600" dirty="0">
                <a:solidFill>
                  <a:schemeClr val="bg1">
                    <a:lumMod val="50000"/>
                    <a:lumOff val="50000"/>
                  </a:schemeClr>
                </a:solidFill>
                <a:latin typeface="Aptos" pitchFamily="2" charset="77"/>
                <a:cs typeface="Aptos" pitchFamily="2" charset="77"/>
              </a:rPr>
              <a:t>Exécutez les actions proposées dans des conteneurs isolés.</a:t>
            </a:r>
            <a:endParaRPr lang="en-US" dirty="0">
              <a:solidFill>
                <a:schemeClr val="bg1">
                  <a:lumMod val="50000"/>
                  <a:lumOff val="50000"/>
                </a:schemeClr>
              </a:solidFill>
              <a:latin typeface="Aptos" pitchFamily="2" charset="77"/>
              <a:cs typeface="Aptos" pitchFamily="2" charset="77"/>
            </a:endParaRPr>
          </a:p>
          <a:p>
            <a:pPr>
              <a:buClr>
                <a:schemeClr val="tx1"/>
              </a:buClr>
            </a:pPr>
            <a:endParaRPr lang="fr-FR" sz="1400" dirty="0">
              <a:latin typeface="Aptos" pitchFamily="2" charset="77"/>
              <a:cs typeface="Aptos" pitchFamily="2" charset="77"/>
            </a:endParaRPr>
          </a:p>
          <a:p>
            <a:pPr>
              <a:buClr>
                <a:schemeClr val="tx1"/>
              </a:buClr>
            </a:pPr>
            <a:endParaRPr lang="fr-FR" sz="1400" dirty="0">
              <a:latin typeface="Aptos" pitchFamily="2" charset="77"/>
              <a:cs typeface="Aptos" pitchFamily="2" charset="77"/>
            </a:endParaRPr>
          </a:p>
          <a:p>
            <a:pPr>
              <a:buClr>
                <a:schemeClr val="tx1"/>
              </a:buClr>
            </a:pPr>
            <a:r>
              <a:rPr lang="fr-FR" sz="1400" dirty="0">
                <a:latin typeface="Aptos" pitchFamily="2" charset="77"/>
                <a:cs typeface="Aptos" pitchFamily="2" charset="77"/>
              </a:rPr>
              <a:t>Pour en savoir plus, consultez notre présentation de l'architecture de sécurité.</a:t>
            </a:r>
            <a:endParaRPr lang="en-US" sz="1400" dirty="0">
              <a:latin typeface="Aptos" pitchFamily="2" charset="77"/>
              <a:cs typeface="Aptos" pitchFamily="2" charset="77"/>
            </a:endParaRPr>
          </a:p>
        </p:txBody>
      </p:sp>
      <p:sp>
        <p:nvSpPr>
          <p:cNvPr id="61" name="Google Shape;1420;p105">
            <a:extLst>
              <a:ext uri="{FF2B5EF4-FFF2-40B4-BE49-F238E27FC236}">
                <a16:creationId xmlns:a16="http://schemas.microsoft.com/office/drawing/2014/main" id="{2D246838-08C7-1395-41AA-915B866C56C4}"/>
              </a:ext>
            </a:extLst>
          </p:cNvPr>
          <p:cNvSpPr/>
          <p:nvPr/>
        </p:nvSpPr>
        <p:spPr>
          <a:xfrm>
            <a:off x="784404" y="422517"/>
            <a:ext cx="2535128" cy="45719"/>
          </a:xfrm>
          <a:prstGeom prst="rect">
            <a:avLst/>
          </a:prstGeom>
          <a:gradFill>
            <a:gsLst>
              <a:gs pos="0">
                <a:srgbClr val="C693FF"/>
              </a:gs>
              <a:gs pos="42000">
                <a:srgbClr val="6533FE"/>
              </a:gs>
              <a:gs pos="69000">
                <a:srgbClr val="0840F0"/>
              </a:gs>
              <a:gs pos="100000">
                <a:srgbClr val="60ED83"/>
              </a:gs>
            </a:gsLst>
            <a:lin ang="0" scaled="0"/>
          </a:gradFill>
          <a:ln>
            <a:noFill/>
          </a:ln>
        </p:spPr>
        <p:txBody>
          <a:bodyPr spcFirstLastPara="1" wrap="square" lIns="91426" tIns="91426" rIns="91426" bIns="91426" anchor="ctr" anchorCtr="0">
            <a:noAutofit/>
          </a:bodyPr>
          <a:lstStyle/>
          <a:p>
            <a:pPr algn="ctr"/>
            <a:endParaRPr/>
          </a:p>
        </p:txBody>
      </p:sp>
      <p:sp>
        <p:nvSpPr>
          <p:cNvPr id="62" name="Rounded Rectangle 61">
            <a:extLst>
              <a:ext uri="{FF2B5EF4-FFF2-40B4-BE49-F238E27FC236}">
                <a16:creationId xmlns:a16="http://schemas.microsoft.com/office/drawing/2014/main" id="{1AEC4934-3F65-48CB-948A-7BCB9754EBD2}"/>
              </a:ext>
            </a:extLst>
          </p:cNvPr>
          <p:cNvSpPr/>
          <p:nvPr/>
        </p:nvSpPr>
        <p:spPr>
          <a:xfrm>
            <a:off x="424817" y="227377"/>
            <a:ext cx="373739" cy="373747"/>
          </a:xfrm>
          <a:prstGeom prst="roundRect">
            <a:avLst/>
          </a:prstGeom>
          <a:solidFill>
            <a:schemeClr val="bg1"/>
          </a:solidFill>
          <a:ln w="25400">
            <a:solidFill>
              <a:srgbClr val="C69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Google Shape;1420;p105">
            <a:extLst>
              <a:ext uri="{FF2B5EF4-FFF2-40B4-BE49-F238E27FC236}">
                <a16:creationId xmlns:a16="http://schemas.microsoft.com/office/drawing/2014/main" id="{CA34BF73-6986-5334-9F86-ECC3A5EEC9D2}"/>
              </a:ext>
            </a:extLst>
          </p:cNvPr>
          <p:cNvSpPr/>
          <p:nvPr/>
        </p:nvSpPr>
        <p:spPr>
          <a:xfrm>
            <a:off x="1396144" y="417527"/>
            <a:ext cx="2284082" cy="50709"/>
          </a:xfrm>
          <a:prstGeom prst="rect">
            <a:avLst/>
          </a:prstGeom>
          <a:solidFill>
            <a:schemeClr val="bg1">
              <a:lumMod val="65000"/>
              <a:lumOff val="35000"/>
            </a:schemeClr>
          </a:solidFill>
          <a:ln>
            <a:noFill/>
          </a:ln>
        </p:spPr>
        <p:txBody>
          <a:bodyPr spcFirstLastPara="1" wrap="square" lIns="91426" tIns="91426" rIns="91426" bIns="91426" anchor="ctr" anchorCtr="0">
            <a:noAutofit/>
          </a:bodyPr>
          <a:lstStyle/>
          <a:p>
            <a:pPr algn="ctr"/>
            <a:endParaRPr/>
          </a:p>
        </p:txBody>
      </p:sp>
      <p:sp>
        <p:nvSpPr>
          <p:cNvPr id="64" name="Rounded Rectangle 63">
            <a:extLst>
              <a:ext uri="{FF2B5EF4-FFF2-40B4-BE49-F238E27FC236}">
                <a16:creationId xmlns:a16="http://schemas.microsoft.com/office/drawing/2014/main" id="{EA20EA16-7AE4-8F8D-3535-AF18FD751A25}"/>
              </a:ext>
            </a:extLst>
          </p:cNvPr>
          <p:cNvSpPr/>
          <p:nvPr/>
        </p:nvSpPr>
        <p:spPr>
          <a:xfrm>
            <a:off x="3306489"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ounded Rectangle 64">
            <a:extLst>
              <a:ext uri="{FF2B5EF4-FFF2-40B4-BE49-F238E27FC236}">
                <a16:creationId xmlns:a16="http://schemas.microsoft.com/office/drawing/2014/main" id="{E87BBBF8-52DF-E8A5-4CE9-CC650A491107}"/>
              </a:ext>
            </a:extLst>
          </p:cNvPr>
          <p:cNvSpPr/>
          <p:nvPr/>
        </p:nvSpPr>
        <p:spPr>
          <a:xfrm>
            <a:off x="2347685"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6" name="Google Shape;1093;p63">
            <a:extLst>
              <a:ext uri="{FF2B5EF4-FFF2-40B4-BE49-F238E27FC236}">
                <a16:creationId xmlns:a16="http://schemas.microsoft.com/office/drawing/2014/main" id="{A8C03349-7632-C11F-7ADC-7551D912FAAD}"/>
              </a:ext>
              <a:ext uri="{C183D7F6-B498-43B3-948B-1728B52AA6E4}">
                <adec:decorative xmlns:adec="http://schemas.microsoft.com/office/drawing/2017/decorative" val="1"/>
              </a:ext>
            </a:extLst>
          </p:cNvPr>
          <p:cNvGrpSpPr/>
          <p:nvPr/>
        </p:nvGrpSpPr>
        <p:grpSpPr>
          <a:xfrm>
            <a:off x="489502" y="276904"/>
            <a:ext cx="257028" cy="242690"/>
            <a:chOff x="4372769" y="2910304"/>
            <a:chExt cx="56755" cy="52725"/>
          </a:xfrm>
          <a:solidFill>
            <a:schemeClr val="tx1"/>
          </a:solidFill>
        </p:grpSpPr>
        <p:sp>
          <p:nvSpPr>
            <p:cNvPr id="67" name="Google Shape;1094;p63">
              <a:extLst>
                <a:ext uri="{FF2B5EF4-FFF2-40B4-BE49-F238E27FC236}">
                  <a16:creationId xmlns:a16="http://schemas.microsoft.com/office/drawing/2014/main" id="{57BA0850-34CC-73D3-DB05-407514D16A37}"/>
                </a:ext>
              </a:extLst>
            </p:cNvPr>
            <p:cNvSpPr/>
            <p:nvPr/>
          </p:nvSpPr>
          <p:spPr>
            <a:xfrm>
              <a:off x="4372769" y="2910304"/>
              <a:ext cx="51900" cy="52725"/>
            </a:xfrm>
            <a:custGeom>
              <a:avLst/>
              <a:gdLst/>
              <a:ahLst/>
              <a:cxnLst/>
              <a:rect l="l" t="t" r="r" b="b"/>
              <a:pathLst>
                <a:path w="2076" h="2109" extrusionOk="0">
                  <a:moveTo>
                    <a:pt x="77" y="0"/>
                  </a:moveTo>
                  <a:cubicBezTo>
                    <a:pt x="34" y="0"/>
                    <a:pt x="1" y="34"/>
                    <a:pt x="1" y="76"/>
                  </a:cubicBezTo>
                  <a:lnTo>
                    <a:pt x="1" y="2033"/>
                  </a:lnTo>
                  <a:cubicBezTo>
                    <a:pt x="1" y="2075"/>
                    <a:pt x="34" y="2109"/>
                    <a:pt x="77" y="2109"/>
                  </a:cubicBezTo>
                  <a:lnTo>
                    <a:pt x="1999" y="2109"/>
                  </a:lnTo>
                  <a:cubicBezTo>
                    <a:pt x="2041" y="2109"/>
                    <a:pt x="2075" y="2075"/>
                    <a:pt x="2075" y="2033"/>
                  </a:cubicBezTo>
                  <a:cubicBezTo>
                    <a:pt x="2075" y="1982"/>
                    <a:pt x="2041" y="1948"/>
                    <a:pt x="1999" y="1948"/>
                  </a:cubicBezTo>
                  <a:lnTo>
                    <a:pt x="152" y="1948"/>
                  </a:lnTo>
                  <a:lnTo>
                    <a:pt x="152" y="76"/>
                  </a:lnTo>
                  <a:cubicBezTo>
                    <a:pt x="152" y="34"/>
                    <a:pt x="119" y="0"/>
                    <a:pt x="77"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sp>
          <p:nvSpPr>
            <p:cNvPr id="68" name="Google Shape;1095;p63">
              <a:extLst>
                <a:ext uri="{FF2B5EF4-FFF2-40B4-BE49-F238E27FC236}">
                  <a16:creationId xmlns:a16="http://schemas.microsoft.com/office/drawing/2014/main" id="{FDD2B669-D6AB-3FDB-3BC3-4687ED0AC139}"/>
                </a:ext>
              </a:extLst>
            </p:cNvPr>
            <p:cNvSpPr/>
            <p:nvPr/>
          </p:nvSpPr>
          <p:spPr>
            <a:xfrm>
              <a:off x="4381625" y="2922100"/>
              <a:ext cx="47900" cy="25125"/>
            </a:xfrm>
            <a:custGeom>
              <a:avLst/>
              <a:gdLst/>
              <a:ahLst/>
              <a:cxnLst/>
              <a:rect l="l" t="t" r="r" b="b"/>
              <a:pathLst>
                <a:path w="1916" h="1005" extrusionOk="0">
                  <a:moveTo>
                    <a:pt x="1831" y="1"/>
                  </a:moveTo>
                  <a:cubicBezTo>
                    <a:pt x="1810" y="1"/>
                    <a:pt x="1789" y="9"/>
                    <a:pt x="1772" y="26"/>
                  </a:cubicBezTo>
                  <a:lnTo>
                    <a:pt x="1173" y="633"/>
                  </a:lnTo>
                  <a:lnTo>
                    <a:pt x="777" y="237"/>
                  </a:lnTo>
                  <a:cubicBezTo>
                    <a:pt x="764" y="220"/>
                    <a:pt x="745" y="212"/>
                    <a:pt x="725" y="212"/>
                  </a:cubicBezTo>
                  <a:cubicBezTo>
                    <a:pt x="705" y="212"/>
                    <a:pt x="684" y="220"/>
                    <a:pt x="667" y="237"/>
                  </a:cubicBezTo>
                  <a:lnTo>
                    <a:pt x="35" y="869"/>
                  </a:lnTo>
                  <a:cubicBezTo>
                    <a:pt x="1" y="903"/>
                    <a:pt x="1" y="954"/>
                    <a:pt x="35" y="979"/>
                  </a:cubicBezTo>
                  <a:cubicBezTo>
                    <a:pt x="51" y="996"/>
                    <a:pt x="73" y="1004"/>
                    <a:pt x="93" y="1004"/>
                  </a:cubicBezTo>
                  <a:cubicBezTo>
                    <a:pt x="113" y="1004"/>
                    <a:pt x="132" y="996"/>
                    <a:pt x="144" y="979"/>
                  </a:cubicBezTo>
                  <a:lnTo>
                    <a:pt x="726" y="405"/>
                  </a:lnTo>
                  <a:lnTo>
                    <a:pt x="1114" y="793"/>
                  </a:lnTo>
                  <a:cubicBezTo>
                    <a:pt x="1131" y="810"/>
                    <a:pt x="1152" y="819"/>
                    <a:pt x="1172" y="819"/>
                  </a:cubicBezTo>
                  <a:cubicBezTo>
                    <a:pt x="1192" y="819"/>
                    <a:pt x="1211" y="810"/>
                    <a:pt x="1224" y="793"/>
                  </a:cubicBezTo>
                  <a:lnTo>
                    <a:pt x="1890" y="136"/>
                  </a:lnTo>
                  <a:cubicBezTo>
                    <a:pt x="1915" y="110"/>
                    <a:pt x="1915" y="60"/>
                    <a:pt x="1890" y="26"/>
                  </a:cubicBezTo>
                  <a:cubicBezTo>
                    <a:pt x="1873" y="9"/>
                    <a:pt x="1852" y="1"/>
                    <a:pt x="1831"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grpSp>
      <p:sp>
        <p:nvSpPr>
          <p:cNvPr id="69" name="Google Shape;1266;p65">
            <a:extLst>
              <a:ext uri="{FF2B5EF4-FFF2-40B4-BE49-F238E27FC236}">
                <a16:creationId xmlns:a16="http://schemas.microsoft.com/office/drawing/2014/main" id="{7014A43A-EFE3-A355-5B21-D3F5B3B013F0}"/>
              </a:ext>
            </a:extLst>
          </p:cNvPr>
          <p:cNvSpPr/>
          <p:nvPr/>
        </p:nvSpPr>
        <p:spPr>
          <a:xfrm>
            <a:off x="3406025" y="348631"/>
            <a:ext cx="192542" cy="195814"/>
          </a:xfrm>
          <a:custGeom>
            <a:avLst/>
            <a:gdLst/>
            <a:ahLst/>
            <a:cxnLst/>
            <a:rect l="l" t="t" r="r" b="b"/>
            <a:pathLst>
              <a:path w="1687" h="1688" extrusionOk="0">
                <a:moveTo>
                  <a:pt x="177" y="1"/>
                </a:moveTo>
                <a:cubicBezTo>
                  <a:pt x="76" y="1"/>
                  <a:pt x="0" y="76"/>
                  <a:pt x="0" y="178"/>
                </a:cubicBezTo>
                <a:lnTo>
                  <a:pt x="0" y="1181"/>
                </a:lnTo>
                <a:cubicBezTo>
                  <a:pt x="0" y="1282"/>
                  <a:pt x="76" y="1367"/>
                  <a:pt x="177" y="1367"/>
                </a:cubicBezTo>
                <a:lnTo>
                  <a:pt x="312" y="1367"/>
                </a:lnTo>
                <a:lnTo>
                  <a:pt x="312" y="1527"/>
                </a:lnTo>
                <a:cubicBezTo>
                  <a:pt x="312" y="1611"/>
                  <a:pt x="380" y="1687"/>
                  <a:pt x="464" y="1687"/>
                </a:cubicBezTo>
                <a:cubicBezTo>
                  <a:pt x="506" y="1687"/>
                  <a:pt x="549" y="1670"/>
                  <a:pt x="574" y="1637"/>
                </a:cubicBezTo>
                <a:lnTo>
                  <a:pt x="844" y="1367"/>
                </a:lnTo>
                <a:lnTo>
                  <a:pt x="1501" y="1367"/>
                </a:lnTo>
                <a:cubicBezTo>
                  <a:pt x="1603" y="1367"/>
                  <a:pt x="1687" y="1282"/>
                  <a:pt x="1687" y="1181"/>
                </a:cubicBezTo>
                <a:lnTo>
                  <a:pt x="1687" y="178"/>
                </a:lnTo>
                <a:cubicBezTo>
                  <a:pt x="1687" y="76"/>
                  <a:pt x="1603" y="1"/>
                  <a:pt x="1501" y="1"/>
                </a:cubicBezTo>
                <a:close/>
                <a:moveTo>
                  <a:pt x="152" y="178"/>
                </a:moveTo>
                <a:cubicBezTo>
                  <a:pt x="152" y="169"/>
                  <a:pt x="169" y="152"/>
                  <a:pt x="177" y="152"/>
                </a:cubicBezTo>
                <a:lnTo>
                  <a:pt x="1501" y="152"/>
                </a:lnTo>
                <a:cubicBezTo>
                  <a:pt x="1510" y="152"/>
                  <a:pt x="1527" y="169"/>
                  <a:pt x="1527" y="178"/>
                </a:cubicBezTo>
                <a:lnTo>
                  <a:pt x="1527" y="1181"/>
                </a:lnTo>
                <a:cubicBezTo>
                  <a:pt x="1527" y="1198"/>
                  <a:pt x="1510" y="1206"/>
                  <a:pt x="1501" y="1206"/>
                </a:cubicBezTo>
                <a:lnTo>
                  <a:pt x="810" y="1206"/>
                </a:lnTo>
                <a:cubicBezTo>
                  <a:pt x="793" y="1206"/>
                  <a:pt x="776" y="1215"/>
                  <a:pt x="759" y="1232"/>
                </a:cubicBezTo>
                <a:lnTo>
                  <a:pt x="473" y="1518"/>
                </a:lnTo>
                <a:lnTo>
                  <a:pt x="473" y="1291"/>
                </a:lnTo>
                <a:cubicBezTo>
                  <a:pt x="473" y="1249"/>
                  <a:pt x="439" y="1206"/>
                  <a:pt x="388" y="1206"/>
                </a:cubicBezTo>
                <a:lnTo>
                  <a:pt x="177" y="1206"/>
                </a:lnTo>
                <a:cubicBezTo>
                  <a:pt x="169" y="1206"/>
                  <a:pt x="152" y="1198"/>
                  <a:pt x="152" y="1181"/>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nvGrpSpPr>
          <p:cNvPr id="70" name="Group 69">
            <a:extLst>
              <a:ext uri="{FF2B5EF4-FFF2-40B4-BE49-F238E27FC236}">
                <a16:creationId xmlns:a16="http://schemas.microsoft.com/office/drawing/2014/main" id="{D7779CAD-0ED8-C3B1-AEEA-33216225F53F}"/>
              </a:ext>
            </a:extLst>
          </p:cNvPr>
          <p:cNvGrpSpPr/>
          <p:nvPr/>
        </p:nvGrpSpPr>
        <p:grpSpPr>
          <a:xfrm>
            <a:off x="2413311" y="299200"/>
            <a:ext cx="254222" cy="254222"/>
            <a:chOff x="3097145" y="1017785"/>
            <a:chExt cx="307292" cy="307292"/>
          </a:xfrm>
        </p:grpSpPr>
        <p:sp>
          <p:nvSpPr>
            <p:cNvPr id="71" name="Google Shape;1329;p65">
              <a:extLst>
                <a:ext uri="{FF2B5EF4-FFF2-40B4-BE49-F238E27FC236}">
                  <a16:creationId xmlns:a16="http://schemas.microsoft.com/office/drawing/2014/main" id="{F0A6C937-C210-33C0-651C-067E174443A9}"/>
                </a:ext>
              </a:extLst>
            </p:cNvPr>
            <p:cNvSpPr/>
            <p:nvPr/>
          </p:nvSpPr>
          <p:spPr>
            <a:xfrm>
              <a:off x="3215558" y="1113681"/>
              <a:ext cx="92850" cy="114440"/>
            </a:xfrm>
            <a:custGeom>
              <a:avLst/>
              <a:gdLst/>
              <a:ahLst/>
              <a:cxnLst/>
              <a:rect l="l" t="t" r="r" b="b"/>
              <a:pathLst>
                <a:path w="701" h="864" extrusionOk="0">
                  <a:moveTo>
                    <a:pt x="54" y="0"/>
                  </a:moveTo>
                  <a:cubicBezTo>
                    <a:pt x="27" y="0"/>
                    <a:pt x="0" y="22"/>
                    <a:pt x="0" y="53"/>
                  </a:cubicBezTo>
                  <a:lnTo>
                    <a:pt x="0" y="812"/>
                  </a:lnTo>
                  <a:cubicBezTo>
                    <a:pt x="0" y="842"/>
                    <a:pt x="27" y="864"/>
                    <a:pt x="54" y="864"/>
                  </a:cubicBezTo>
                  <a:cubicBezTo>
                    <a:pt x="65" y="864"/>
                    <a:pt x="75" y="861"/>
                    <a:pt x="84" y="854"/>
                  </a:cubicBezTo>
                  <a:lnTo>
                    <a:pt x="675" y="474"/>
                  </a:lnTo>
                  <a:cubicBezTo>
                    <a:pt x="700" y="458"/>
                    <a:pt x="700" y="407"/>
                    <a:pt x="675" y="390"/>
                  </a:cubicBezTo>
                  <a:lnTo>
                    <a:pt x="84" y="11"/>
                  </a:lnTo>
                  <a:cubicBezTo>
                    <a:pt x="75" y="4"/>
                    <a:pt x="65" y="0"/>
                    <a:pt x="54" y="0"/>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72" name="Google Shape;1330;p65">
              <a:extLst>
                <a:ext uri="{FF2B5EF4-FFF2-40B4-BE49-F238E27FC236}">
                  <a16:creationId xmlns:a16="http://schemas.microsoft.com/office/drawing/2014/main" id="{3A9A0F39-7669-5CEE-52C0-F91E022C41C3}"/>
                </a:ext>
              </a:extLst>
            </p:cNvPr>
            <p:cNvSpPr/>
            <p:nvPr/>
          </p:nvSpPr>
          <p:spPr>
            <a:xfrm>
              <a:off x="3097145" y="1017785"/>
              <a:ext cx="307292" cy="307292"/>
            </a:xfrm>
            <a:custGeom>
              <a:avLst/>
              <a:gdLst/>
              <a:ahLst/>
              <a:cxnLst/>
              <a:rect l="l" t="t" r="r" b="b"/>
              <a:pathLst>
                <a:path w="2320" h="2320" extrusionOk="0">
                  <a:moveTo>
                    <a:pt x="1164" y="153"/>
                  </a:moveTo>
                  <a:cubicBezTo>
                    <a:pt x="607" y="153"/>
                    <a:pt x="160" y="600"/>
                    <a:pt x="160" y="1156"/>
                  </a:cubicBezTo>
                  <a:cubicBezTo>
                    <a:pt x="160" y="1713"/>
                    <a:pt x="607" y="2160"/>
                    <a:pt x="1164" y="2160"/>
                  </a:cubicBezTo>
                  <a:cubicBezTo>
                    <a:pt x="1712" y="2160"/>
                    <a:pt x="2159" y="1713"/>
                    <a:pt x="2159" y="1156"/>
                  </a:cubicBezTo>
                  <a:cubicBezTo>
                    <a:pt x="2159" y="600"/>
                    <a:pt x="1712" y="153"/>
                    <a:pt x="1164" y="153"/>
                  </a:cubicBezTo>
                  <a:close/>
                  <a:moveTo>
                    <a:pt x="0" y="1156"/>
                  </a:moveTo>
                  <a:cubicBezTo>
                    <a:pt x="0" y="515"/>
                    <a:pt x="523" y="1"/>
                    <a:pt x="1164" y="1"/>
                  </a:cubicBezTo>
                  <a:cubicBezTo>
                    <a:pt x="1796" y="1"/>
                    <a:pt x="2319" y="515"/>
                    <a:pt x="2319" y="1156"/>
                  </a:cubicBezTo>
                  <a:cubicBezTo>
                    <a:pt x="2319" y="1797"/>
                    <a:pt x="1796" y="2320"/>
                    <a:pt x="1164" y="2320"/>
                  </a:cubicBezTo>
                  <a:cubicBezTo>
                    <a:pt x="523" y="2320"/>
                    <a:pt x="0" y="1797"/>
                    <a:pt x="0" y="1156"/>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sp>
        <p:nvSpPr>
          <p:cNvPr id="73" name="Rounded Rectangle 72">
            <a:extLst>
              <a:ext uri="{FF2B5EF4-FFF2-40B4-BE49-F238E27FC236}">
                <a16:creationId xmlns:a16="http://schemas.microsoft.com/office/drawing/2014/main" id="{0851D202-EF00-7572-D7D4-7267EEDCD467}"/>
              </a:ext>
            </a:extLst>
          </p:cNvPr>
          <p:cNvSpPr/>
          <p:nvPr/>
        </p:nvSpPr>
        <p:spPr>
          <a:xfrm>
            <a:off x="1351842" y="157300"/>
            <a:ext cx="554006" cy="554016"/>
          </a:xfrm>
          <a:prstGeom prst="roundRect">
            <a:avLst/>
          </a:prstGeom>
          <a:solidFill>
            <a:srgbClr val="6533FE"/>
          </a:solidFill>
          <a:ln w="38100">
            <a:solidFill>
              <a:srgbClr val="6533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Text Placeholder 18">
            <a:extLst>
              <a:ext uri="{FF2B5EF4-FFF2-40B4-BE49-F238E27FC236}">
                <a16:creationId xmlns:a16="http://schemas.microsoft.com/office/drawing/2014/main" id="{08729B8C-9DE5-79C2-4DFD-45BA92BD5E73}"/>
              </a:ext>
            </a:extLst>
          </p:cNvPr>
          <p:cNvSpPr txBox="1">
            <a:spLocks/>
          </p:cNvSpPr>
          <p:nvPr/>
        </p:nvSpPr>
        <p:spPr>
          <a:xfrm>
            <a:off x="240840" y="1136046"/>
            <a:ext cx="8136102" cy="613292"/>
          </a:xfrm>
          <a:prstGeom prst="rect">
            <a:avLst/>
          </a:prstGeom>
        </p:spPr>
        <p:txBody>
          <a:bodyPr/>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Aptos"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4000" b="1" dirty="0">
                <a:latin typeface="Aptos" pitchFamily="2" charset="77"/>
                <a:cs typeface="Aptos" pitchFamily="2" charset="77"/>
              </a:rPr>
              <a:t>GitHub Agentic Workflows</a:t>
            </a:r>
          </a:p>
        </p:txBody>
      </p:sp>
      <p:grpSp>
        <p:nvGrpSpPr>
          <p:cNvPr id="8" name="Google Shape;1295;p65">
            <a:extLst>
              <a:ext uri="{FF2B5EF4-FFF2-40B4-BE49-F238E27FC236}">
                <a16:creationId xmlns:a16="http://schemas.microsoft.com/office/drawing/2014/main" id="{E1525A81-BA5C-EBDE-8D60-3D1C1F5270C3}"/>
              </a:ext>
              <a:ext uri="{C183D7F6-B498-43B3-948B-1728B52AA6E4}">
                <adec:decorative xmlns:adec="http://schemas.microsoft.com/office/drawing/2017/decorative" val="1"/>
              </a:ext>
            </a:extLst>
          </p:cNvPr>
          <p:cNvGrpSpPr/>
          <p:nvPr/>
        </p:nvGrpSpPr>
        <p:grpSpPr>
          <a:xfrm>
            <a:off x="4826273" y="6000579"/>
            <a:ext cx="187962" cy="178865"/>
            <a:chOff x="3351350" y="4936850"/>
            <a:chExt cx="60950" cy="58000"/>
          </a:xfrm>
          <a:solidFill>
            <a:schemeClr val="bg1">
              <a:lumMod val="50000"/>
              <a:lumOff val="50000"/>
            </a:schemeClr>
          </a:solidFill>
        </p:grpSpPr>
        <p:sp>
          <p:nvSpPr>
            <p:cNvPr id="9" name="Google Shape;1296;p65">
              <a:extLst>
                <a:ext uri="{FF2B5EF4-FFF2-40B4-BE49-F238E27FC236}">
                  <a16:creationId xmlns:a16="http://schemas.microsoft.com/office/drawing/2014/main" id="{48DAF873-DD12-37B2-2E5D-CA9B7A4231CB}"/>
                </a:ext>
              </a:extLst>
            </p:cNvPr>
            <p:cNvSpPr/>
            <p:nvPr/>
          </p:nvSpPr>
          <p:spPr>
            <a:xfrm>
              <a:off x="3374950" y="4936850"/>
              <a:ext cx="37350" cy="38175"/>
            </a:xfrm>
            <a:custGeom>
              <a:avLst/>
              <a:gdLst/>
              <a:ahLst/>
              <a:cxnLst/>
              <a:rect l="l" t="t" r="r" b="b"/>
              <a:pathLst>
                <a:path w="1494" h="1527" extrusionOk="0">
                  <a:moveTo>
                    <a:pt x="864" y="0"/>
                  </a:moveTo>
                  <a:cubicBezTo>
                    <a:pt x="717" y="0"/>
                    <a:pt x="570" y="55"/>
                    <a:pt x="456" y="164"/>
                  </a:cubicBezTo>
                  <a:lnTo>
                    <a:pt x="144" y="485"/>
                  </a:lnTo>
                  <a:cubicBezTo>
                    <a:pt x="110" y="519"/>
                    <a:pt x="110" y="569"/>
                    <a:pt x="144" y="595"/>
                  </a:cubicBezTo>
                  <a:cubicBezTo>
                    <a:pt x="157" y="611"/>
                    <a:pt x="176" y="620"/>
                    <a:pt x="196" y="620"/>
                  </a:cubicBezTo>
                  <a:cubicBezTo>
                    <a:pt x="216" y="620"/>
                    <a:pt x="237" y="611"/>
                    <a:pt x="254" y="595"/>
                  </a:cubicBezTo>
                  <a:lnTo>
                    <a:pt x="566" y="283"/>
                  </a:lnTo>
                  <a:cubicBezTo>
                    <a:pt x="646" y="202"/>
                    <a:pt x="753" y="162"/>
                    <a:pt x="861" y="162"/>
                  </a:cubicBezTo>
                  <a:cubicBezTo>
                    <a:pt x="968" y="162"/>
                    <a:pt x="1076" y="202"/>
                    <a:pt x="1156" y="283"/>
                  </a:cubicBezTo>
                  <a:cubicBezTo>
                    <a:pt x="1316" y="443"/>
                    <a:pt x="1316" y="704"/>
                    <a:pt x="1156" y="864"/>
                  </a:cubicBezTo>
                  <a:lnTo>
                    <a:pt x="777" y="1252"/>
                  </a:lnTo>
                  <a:cubicBezTo>
                    <a:pt x="692" y="1332"/>
                    <a:pt x="585" y="1373"/>
                    <a:pt x="478" y="1373"/>
                  </a:cubicBezTo>
                  <a:cubicBezTo>
                    <a:pt x="372" y="1373"/>
                    <a:pt x="266" y="1332"/>
                    <a:pt x="186" y="1252"/>
                  </a:cubicBezTo>
                  <a:cubicBezTo>
                    <a:pt x="178" y="1235"/>
                    <a:pt x="161" y="1227"/>
                    <a:pt x="152" y="1210"/>
                  </a:cubicBezTo>
                  <a:cubicBezTo>
                    <a:pt x="138" y="1191"/>
                    <a:pt x="116" y="1180"/>
                    <a:pt x="93" y="1180"/>
                  </a:cubicBezTo>
                  <a:cubicBezTo>
                    <a:pt x="76" y="1180"/>
                    <a:pt x="58" y="1187"/>
                    <a:pt x="43" y="1202"/>
                  </a:cubicBezTo>
                  <a:cubicBezTo>
                    <a:pt x="9" y="1227"/>
                    <a:pt x="1" y="1278"/>
                    <a:pt x="26" y="1311"/>
                  </a:cubicBezTo>
                  <a:cubicBezTo>
                    <a:pt x="43" y="1328"/>
                    <a:pt x="60" y="1345"/>
                    <a:pt x="77" y="1362"/>
                  </a:cubicBezTo>
                  <a:cubicBezTo>
                    <a:pt x="186" y="1472"/>
                    <a:pt x="332" y="1526"/>
                    <a:pt x="478" y="1526"/>
                  </a:cubicBezTo>
                  <a:cubicBezTo>
                    <a:pt x="625" y="1526"/>
                    <a:pt x="772" y="1472"/>
                    <a:pt x="886" y="1362"/>
                  </a:cubicBezTo>
                  <a:lnTo>
                    <a:pt x="1266" y="982"/>
                  </a:lnTo>
                  <a:cubicBezTo>
                    <a:pt x="1493" y="755"/>
                    <a:pt x="1493" y="392"/>
                    <a:pt x="1266" y="164"/>
                  </a:cubicBezTo>
                  <a:cubicBezTo>
                    <a:pt x="1156" y="55"/>
                    <a:pt x="1011" y="0"/>
                    <a:pt x="864"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10" name="Google Shape;1297;p65">
              <a:extLst>
                <a:ext uri="{FF2B5EF4-FFF2-40B4-BE49-F238E27FC236}">
                  <a16:creationId xmlns:a16="http://schemas.microsoft.com/office/drawing/2014/main" id="{88D28551-7FBC-1633-FBF4-D3A33A91EFBD}"/>
                </a:ext>
              </a:extLst>
            </p:cNvPr>
            <p:cNvSpPr/>
            <p:nvPr/>
          </p:nvSpPr>
          <p:spPr>
            <a:xfrm>
              <a:off x="3351350" y="4956650"/>
              <a:ext cx="37325" cy="38200"/>
            </a:xfrm>
            <a:custGeom>
              <a:avLst/>
              <a:gdLst/>
              <a:ahLst/>
              <a:cxnLst/>
              <a:rect l="l" t="t" r="r" b="b"/>
              <a:pathLst>
                <a:path w="1493" h="1528" extrusionOk="0">
                  <a:moveTo>
                    <a:pt x="1015" y="1"/>
                  </a:moveTo>
                  <a:cubicBezTo>
                    <a:pt x="869" y="1"/>
                    <a:pt x="721" y="56"/>
                    <a:pt x="607" y="165"/>
                  </a:cubicBezTo>
                  <a:lnTo>
                    <a:pt x="228" y="553"/>
                  </a:lnTo>
                  <a:cubicBezTo>
                    <a:pt x="0" y="772"/>
                    <a:pt x="0" y="1135"/>
                    <a:pt x="228" y="1363"/>
                  </a:cubicBezTo>
                  <a:cubicBezTo>
                    <a:pt x="338" y="1472"/>
                    <a:pt x="483" y="1527"/>
                    <a:pt x="630" y="1527"/>
                  </a:cubicBezTo>
                  <a:cubicBezTo>
                    <a:pt x="776" y="1527"/>
                    <a:pt x="924" y="1472"/>
                    <a:pt x="1037" y="1363"/>
                  </a:cubicBezTo>
                  <a:lnTo>
                    <a:pt x="1358" y="1042"/>
                  </a:lnTo>
                  <a:cubicBezTo>
                    <a:pt x="1383" y="1008"/>
                    <a:pt x="1383" y="966"/>
                    <a:pt x="1358" y="933"/>
                  </a:cubicBezTo>
                  <a:cubicBezTo>
                    <a:pt x="1341" y="916"/>
                    <a:pt x="1320" y="907"/>
                    <a:pt x="1299" y="907"/>
                  </a:cubicBezTo>
                  <a:cubicBezTo>
                    <a:pt x="1278" y="907"/>
                    <a:pt x="1257" y="916"/>
                    <a:pt x="1240" y="933"/>
                  </a:cubicBezTo>
                  <a:lnTo>
                    <a:pt x="928" y="1245"/>
                  </a:lnTo>
                  <a:cubicBezTo>
                    <a:pt x="848" y="1329"/>
                    <a:pt x="740" y="1371"/>
                    <a:pt x="633" y="1371"/>
                  </a:cubicBezTo>
                  <a:cubicBezTo>
                    <a:pt x="525" y="1371"/>
                    <a:pt x="418" y="1329"/>
                    <a:pt x="338" y="1245"/>
                  </a:cubicBezTo>
                  <a:cubicBezTo>
                    <a:pt x="177" y="1084"/>
                    <a:pt x="177" y="823"/>
                    <a:pt x="338" y="663"/>
                  </a:cubicBezTo>
                  <a:lnTo>
                    <a:pt x="725" y="275"/>
                  </a:lnTo>
                  <a:cubicBezTo>
                    <a:pt x="806" y="195"/>
                    <a:pt x="911" y="155"/>
                    <a:pt x="1016" y="155"/>
                  </a:cubicBezTo>
                  <a:cubicBezTo>
                    <a:pt x="1122" y="155"/>
                    <a:pt x="1227" y="195"/>
                    <a:pt x="1307" y="275"/>
                  </a:cubicBezTo>
                  <a:cubicBezTo>
                    <a:pt x="1324" y="292"/>
                    <a:pt x="1333" y="300"/>
                    <a:pt x="1341" y="317"/>
                  </a:cubicBezTo>
                  <a:cubicBezTo>
                    <a:pt x="1355" y="336"/>
                    <a:pt x="1377" y="347"/>
                    <a:pt x="1400" y="347"/>
                  </a:cubicBezTo>
                  <a:cubicBezTo>
                    <a:pt x="1418" y="347"/>
                    <a:pt x="1436" y="340"/>
                    <a:pt x="1451" y="325"/>
                  </a:cubicBezTo>
                  <a:cubicBezTo>
                    <a:pt x="1484" y="300"/>
                    <a:pt x="1493" y="250"/>
                    <a:pt x="1468" y="216"/>
                  </a:cubicBezTo>
                  <a:cubicBezTo>
                    <a:pt x="1451" y="199"/>
                    <a:pt x="1434" y="182"/>
                    <a:pt x="1417" y="165"/>
                  </a:cubicBezTo>
                  <a:cubicBezTo>
                    <a:pt x="1307" y="56"/>
                    <a:pt x="1162" y="1"/>
                    <a:pt x="1015"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sp>
        <p:nvSpPr>
          <p:cNvPr id="11" name="Rectangle 10">
            <a:hlinkClick r:id="rId3"/>
            <a:extLst>
              <a:ext uri="{FF2B5EF4-FFF2-40B4-BE49-F238E27FC236}">
                <a16:creationId xmlns:a16="http://schemas.microsoft.com/office/drawing/2014/main" id="{A262A070-9DBC-F037-594D-B260C34AA21E}"/>
              </a:ext>
            </a:extLst>
          </p:cNvPr>
          <p:cNvSpPr/>
          <p:nvPr/>
        </p:nvSpPr>
        <p:spPr>
          <a:xfrm flipV="1">
            <a:off x="562901" y="5721954"/>
            <a:ext cx="5822658" cy="487102"/>
          </a:xfrm>
          <a:prstGeom prst="rect">
            <a:avLst/>
          </a:prstGeom>
          <a:noFill/>
          <a:ln>
            <a:solidFill>
              <a:schemeClr val="accent1">
                <a:shade val="1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p:txBody>
      </p:sp>
      <p:cxnSp>
        <p:nvCxnSpPr>
          <p:cNvPr id="21" name="Straight Connector 20">
            <a:extLst>
              <a:ext uri="{FF2B5EF4-FFF2-40B4-BE49-F238E27FC236}">
                <a16:creationId xmlns:a16="http://schemas.microsoft.com/office/drawing/2014/main" id="{DC7CDC14-5BCA-891D-7E64-12892E3C1143}"/>
              </a:ext>
            </a:extLst>
          </p:cNvPr>
          <p:cNvCxnSpPr>
            <a:cxnSpLocks/>
          </p:cNvCxnSpPr>
          <p:nvPr/>
        </p:nvCxnSpPr>
        <p:spPr>
          <a:xfrm>
            <a:off x="869586" y="3067688"/>
            <a:ext cx="6263" cy="593521"/>
          </a:xfrm>
          <a:prstGeom prst="line">
            <a:avLst/>
          </a:prstGeom>
          <a:ln w="0">
            <a:solidFill>
              <a:schemeClr val="bg2"/>
            </a:solidFill>
            <a:prstDash val="soli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44B79E4-5023-75B1-04F5-14D12F57E654}"/>
              </a:ext>
            </a:extLst>
          </p:cNvPr>
          <p:cNvCxnSpPr>
            <a:cxnSpLocks/>
          </p:cNvCxnSpPr>
          <p:nvPr/>
        </p:nvCxnSpPr>
        <p:spPr>
          <a:xfrm>
            <a:off x="869585" y="3983237"/>
            <a:ext cx="0" cy="840370"/>
          </a:xfrm>
          <a:prstGeom prst="line">
            <a:avLst/>
          </a:prstGeom>
          <a:ln w="0">
            <a:solidFill>
              <a:schemeClr val="bg2"/>
            </a:solidFill>
            <a:prstDash val="solid"/>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DCEC5BE2-0546-E573-B8E8-54A10D998F35}"/>
              </a:ext>
            </a:extLst>
          </p:cNvPr>
          <p:cNvSpPr/>
          <p:nvPr/>
        </p:nvSpPr>
        <p:spPr>
          <a:xfrm>
            <a:off x="717756" y="2737975"/>
            <a:ext cx="1334045" cy="299232"/>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ounded Rectangle 12">
            <a:extLst>
              <a:ext uri="{FF2B5EF4-FFF2-40B4-BE49-F238E27FC236}">
                <a16:creationId xmlns:a16="http://schemas.microsoft.com/office/drawing/2014/main" id="{BEB91E30-E9B9-DEFA-5BEE-D00437320B8A}"/>
              </a:ext>
            </a:extLst>
          </p:cNvPr>
          <p:cNvSpPr/>
          <p:nvPr/>
        </p:nvSpPr>
        <p:spPr>
          <a:xfrm>
            <a:off x="717755" y="3676448"/>
            <a:ext cx="1630446" cy="299232"/>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8ADA872A-736E-40D2-503D-42F84DFA2085}"/>
              </a:ext>
            </a:extLst>
          </p:cNvPr>
          <p:cNvSpPr/>
          <p:nvPr/>
        </p:nvSpPr>
        <p:spPr>
          <a:xfrm>
            <a:off x="728641" y="4823607"/>
            <a:ext cx="1866036" cy="299232"/>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CF0F3CE2-100A-EEF4-E301-E26B63934273}"/>
              </a:ext>
            </a:extLst>
          </p:cNvPr>
          <p:cNvCxnSpPr>
            <a:cxnSpLocks/>
          </p:cNvCxnSpPr>
          <p:nvPr/>
        </p:nvCxnSpPr>
        <p:spPr>
          <a:xfrm>
            <a:off x="869585" y="2583943"/>
            <a:ext cx="0" cy="120049"/>
          </a:xfrm>
          <a:prstGeom prst="line">
            <a:avLst/>
          </a:prstGeom>
          <a:ln w="0">
            <a:solidFill>
              <a:schemeClr val="bg2"/>
            </a:solidFill>
            <a:prstDash val="solid"/>
          </a:ln>
        </p:spPr>
        <p:style>
          <a:lnRef idx="1">
            <a:schemeClr val="accent1"/>
          </a:lnRef>
          <a:fillRef idx="0">
            <a:schemeClr val="accent1"/>
          </a:fillRef>
          <a:effectRef idx="0">
            <a:schemeClr val="accent1"/>
          </a:effectRef>
          <a:fontRef idx="minor">
            <a:schemeClr val="tx1"/>
          </a:fontRef>
        </p:style>
      </p:cxnSp>
      <p:pic>
        <p:nvPicPr>
          <p:cNvPr id="44" name="Picture 43" descr="A screenshot of a computer security&#10;&#10;AI-generated content may be incorrect.">
            <a:extLst>
              <a:ext uri="{FF2B5EF4-FFF2-40B4-BE49-F238E27FC236}">
                <a16:creationId xmlns:a16="http://schemas.microsoft.com/office/drawing/2014/main" id="{6C906D9B-2B7A-DBB6-489D-A7BBF3A323F7}"/>
              </a:ext>
            </a:extLst>
          </p:cNvPr>
          <p:cNvPicPr>
            <a:picLocks noChangeAspect="1"/>
          </p:cNvPicPr>
          <p:nvPr/>
        </p:nvPicPr>
        <p:blipFill>
          <a:blip r:embed="rId4"/>
          <a:srcRect b="23051"/>
          <a:stretch>
            <a:fillRect/>
          </a:stretch>
        </p:blipFill>
        <p:spPr>
          <a:xfrm>
            <a:off x="7075178" y="2481305"/>
            <a:ext cx="4993964" cy="3868193"/>
          </a:xfrm>
          <a:prstGeom prst="rect">
            <a:avLst/>
          </a:prstGeom>
        </p:spPr>
      </p:pic>
      <p:pic>
        <p:nvPicPr>
          <p:cNvPr id="49" name="Picture 48">
            <a:extLst>
              <a:ext uri="{FF2B5EF4-FFF2-40B4-BE49-F238E27FC236}">
                <a16:creationId xmlns:a16="http://schemas.microsoft.com/office/drawing/2014/main" id="{E69C5A9C-2ECC-9E10-3C54-9BCB322F4B3D}"/>
              </a:ext>
            </a:extLst>
          </p:cNvPr>
          <p:cNvPicPr>
            <a:picLocks noChangeAspect="1"/>
          </p:cNvPicPr>
          <p:nvPr/>
        </p:nvPicPr>
        <p:blipFill>
          <a:blip r:embed="rId5"/>
          <a:stretch>
            <a:fillRect/>
          </a:stretch>
        </p:blipFill>
        <p:spPr>
          <a:xfrm>
            <a:off x="1400522" y="200430"/>
            <a:ext cx="459040" cy="459040"/>
          </a:xfrm>
          <a:prstGeom prst="rect">
            <a:avLst/>
          </a:prstGeom>
        </p:spPr>
      </p:pic>
      <p:cxnSp>
        <p:nvCxnSpPr>
          <p:cNvPr id="2" name="Straight Connector 1">
            <a:extLst>
              <a:ext uri="{FF2B5EF4-FFF2-40B4-BE49-F238E27FC236}">
                <a16:creationId xmlns:a16="http://schemas.microsoft.com/office/drawing/2014/main" id="{295498AC-3217-5449-54F7-2533986BAABD}"/>
              </a:ext>
            </a:extLst>
          </p:cNvPr>
          <p:cNvCxnSpPr>
            <a:cxnSpLocks/>
          </p:cNvCxnSpPr>
          <p:nvPr/>
        </p:nvCxnSpPr>
        <p:spPr>
          <a:xfrm>
            <a:off x="855731" y="5123973"/>
            <a:ext cx="0" cy="120049"/>
          </a:xfrm>
          <a:prstGeom prst="line">
            <a:avLst/>
          </a:prstGeom>
          <a:ln w="0">
            <a:solidFill>
              <a:schemeClr val="bg2"/>
            </a:solidFill>
            <a:prstDash val="solid"/>
          </a:ln>
        </p:spPr>
        <p:style>
          <a:lnRef idx="1">
            <a:schemeClr val="accent1"/>
          </a:lnRef>
          <a:fillRef idx="0">
            <a:schemeClr val="accent1"/>
          </a:fillRef>
          <a:effectRef idx="0">
            <a:schemeClr val="accent1"/>
          </a:effectRef>
          <a:fontRef idx="minor">
            <a:schemeClr val="tx1"/>
          </a:fontRef>
        </p:style>
      </p:cxnSp>
      <p:sp>
        <p:nvSpPr>
          <p:cNvPr id="3" name="Text Placeholder 23">
            <a:extLst>
              <a:ext uri="{FF2B5EF4-FFF2-40B4-BE49-F238E27FC236}">
                <a16:creationId xmlns:a16="http://schemas.microsoft.com/office/drawing/2014/main" id="{716BF840-FFA3-D76D-EDD9-1E2FE4ADEA34}"/>
              </a:ext>
            </a:extLst>
          </p:cNvPr>
          <p:cNvSpPr txBox="1">
            <a:spLocks/>
          </p:cNvSpPr>
          <p:nvPr/>
        </p:nvSpPr>
        <p:spPr>
          <a:xfrm>
            <a:off x="9844318" y="204905"/>
            <a:ext cx="2301494" cy="333021"/>
          </a:xfrm>
          <a:prstGeom prst="rect">
            <a:avLst/>
          </a:prstGeom>
          <a:noFill/>
          <a:ln w="19050" cap="flat" cmpd="sng">
            <a:noFill/>
            <a:prstDash val="solid"/>
            <a:round/>
            <a:headEnd type="none" w="sm" len="sm"/>
            <a:tailEnd type="none" w="sm" len="sm"/>
          </a:ln>
          <a:effectLst/>
        </p:spPr>
        <p:txBody>
          <a:bodyPr lIns="0" tIns="0" rIns="0" bIns="0" anchor="t" anchorCtr="0">
            <a:noAutofit/>
          </a:bodyPr>
          <a:lstStyle>
            <a:lvl1pPr marL="0" indent="0" algn="l" defTabSz="914049" rtl="0" eaLnBrk="1" latinLnBrk="0" hangingPunct="1">
              <a:lnSpc>
                <a:spcPct val="90000"/>
              </a:lnSpc>
              <a:spcBef>
                <a:spcPts val="1000"/>
              </a:spcBef>
              <a:buFont typeface="Arial" panose="020B0604020202020204" pitchFamily="34" charset="0"/>
              <a:buNone/>
              <a:defRPr sz="1400" b="0" i="0" kern="1200" cap="all" baseline="0">
                <a:solidFill>
                  <a:schemeClr val="bg2"/>
                </a:solidFill>
                <a:latin typeface="Consolas" pitchFamily="2" charset="77"/>
                <a:ea typeface="+mn-ea"/>
                <a:cs typeface="Consolas" pitchFamily="2" charset="77"/>
              </a:defRPr>
            </a:lvl1pPr>
            <a:lvl2pPr marL="457024"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04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073"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09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3635"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66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686"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71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TECHNICAL PREVIEW</a:t>
            </a:r>
          </a:p>
        </p:txBody>
      </p:sp>
    </p:spTree>
    <p:extLst>
      <p:ext uri="{BB962C8B-B14F-4D97-AF65-F5344CB8AC3E}">
        <p14:creationId xmlns:p14="http://schemas.microsoft.com/office/powerpoint/2010/main" val="3456141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035EC-E2F8-D123-C06D-13A4C6CB355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C0C28E-4420-191C-791A-6357B3CB5FEC}"/>
              </a:ext>
            </a:extLst>
          </p:cNvPr>
          <p:cNvSpPr>
            <a:spLocks noGrp="1"/>
          </p:cNvSpPr>
          <p:nvPr>
            <p:ph type="sldNum" sz="quarter" idx="37"/>
          </p:nvPr>
        </p:nvSpPr>
        <p:spPr>
          <a:xfrm>
            <a:off x="9409515" y="6565902"/>
            <a:ext cx="2741613" cy="237463"/>
          </a:xfrm>
          <a:prstGeom prst="rect">
            <a:avLst/>
          </a:prstGeom>
        </p:spPr>
        <p:txBody>
          <a:bodyPr vert="horz" lIns="91440" tIns="45720" rIns="91440" bIns="45720" rtlCol="0" anchor="ctr"/>
          <a:lstStyle>
            <a:defPPr>
              <a:defRPr lang="en-US"/>
            </a:defPPr>
            <a:lvl1pPr marL="0" algn="r" defTabSz="914080" rtl="0" eaLnBrk="1" latinLnBrk="0" hangingPunct="1">
              <a:defRPr sz="1200" kern="1200">
                <a:solidFill>
                  <a:schemeClr val="tx1">
                    <a:tint val="82000"/>
                  </a:schemeClr>
                </a:solidFill>
                <a:latin typeface="+mn-lt"/>
                <a:ea typeface="+mn-ea"/>
                <a:cs typeface="+mn-cs"/>
              </a:defRPr>
            </a:lvl1pPr>
            <a:lvl2pPr marL="457040" algn="l" defTabSz="914080" rtl="0" eaLnBrk="1" latinLnBrk="0" hangingPunct="1">
              <a:defRPr sz="1799" kern="1200">
                <a:solidFill>
                  <a:schemeClr val="tx1"/>
                </a:solidFill>
                <a:latin typeface="+mn-lt"/>
                <a:ea typeface="+mn-ea"/>
                <a:cs typeface="+mn-cs"/>
              </a:defRPr>
            </a:lvl2pPr>
            <a:lvl3pPr marL="914080" algn="l" defTabSz="914080" rtl="0" eaLnBrk="1" latinLnBrk="0" hangingPunct="1">
              <a:defRPr sz="1799" kern="1200">
                <a:solidFill>
                  <a:schemeClr val="tx1"/>
                </a:solidFill>
                <a:latin typeface="+mn-lt"/>
                <a:ea typeface="+mn-ea"/>
                <a:cs typeface="+mn-cs"/>
              </a:defRPr>
            </a:lvl3pPr>
            <a:lvl4pPr marL="1371120" algn="l" defTabSz="914080" rtl="0" eaLnBrk="1" latinLnBrk="0" hangingPunct="1">
              <a:defRPr sz="1799" kern="1200">
                <a:solidFill>
                  <a:schemeClr val="tx1"/>
                </a:solidFill>
                <a:latin typeface="+mn-lt"/>
                <a:ea typeface="+mn-ea"/>
                <a:cs typeface="+mn-cs"/>
              </a:defRPr>
            </a:lvl4pPr>
            <a:lvl5pPr marL="1828160" algn="l" defTabSz="914080" rtl="0" eaLnBrk="1" latinLnBrk="0" hangingPunct="1">
              <a:defRPr sz="1799" kern="1200">
                <a:solidFill>
                  <a:schemeClr val="tx1"/>
                </a:solidFill>
                <a:latin typeface="+mn-lt"/>
                <a:ea typeface="+mn-ea"/>
                <a:cs typeface="+mn-cs"/>
              </a:defRPr>
            </a:lvl5pPr>
            <a:lvl6pPr marL="2285200" algn="l" defTabSz="914080" rtl="0" eaLnBrk="1" latinLnBrk="0" hangingPunct="1">
              <a:defRPr sz="1799" kern="1200">
                <a:solidFill>
                  <a:schemeClr val="tx1"/>
                </a:solidFill>
                <a:latin typeface="+mn-lt"/>
                <a:ea typeface="+mn-ea"/>
                <a:cs typeface="+mn-cs"/>
              </a:defRPr>
            </a:lvl6pPr>
            <a:lvl7pPr marL="2742240" algn="l" defTabSz="914080" rtl="0" eaLnBrk="1" latinLnBrk="0" hangingPunct="1">
              <a:defRPr sz="1799" kern="1200">
                <a:solidFill>
                  <a:schemeClr val="tx1"/>
                </a:solidFill>
                <a:latin typeface="+mn-lt"/>
                <a:ea typeface="+mn-ea"/>
                <a:cs typeface="+mn-cs"/>
              </a:defRPr>
            </a:lvl7pPr>
            <a:lvl8pPr marL="3199280" algn="l" defTabSz="914080" rtl="0" eaLnBrk="1" latinLnBrk="0" hangingPunct="1">
              <a:defRPr sz="1799" kern="1200">
                <a:solidFill>
                  <a:schemeClr val="tx1"/>
                </a:solidFill>
                <a:latin typeface="+mn-lt"/>
                <a:ea typeface="+mn-ea"/>
                <a:cs typeface="+mn-cs"/>
              </a:defRPr>
            </a:lvl8pPr>
            <a:lvl9pPr marL="3656320" algn="l" defTabSz="914080" rtl="0" eaLnBrk="1" latinLnBrk="0" hangingPunct="1">
              <a:defRPr sz="1799" kern="1200">
                <a:solidFill>
                  <a:schemeClr val="tx1"/>
                </a:solidFill>
                <a:latin typeface="+mn-lt"/>
                <a:ea typeface="+mn-ea"/>
                <a:cs typeface="+mn-cs"/>
              </a:defRPr>
            </a:lvl9pPr>
          </a:lstStyle>
          <a:p>
            <a:fld id="{33B31415-8031-C145-812D-7EC4C965D339}" type="slidenum">
              <a:rPr lang="en-US" smtClean="0"/>
              <a:pPr/>
              <a:t>10</a:t>
            </a:fld>
            <a:endParaRPr lang="en-US"/>
          </a:p>
        </p:txBody>
      </p:sp>
      <p:sp>
        <p:nvSpPr>
          <p:cNvPr id="5" name="TextBox 4">
            <a:extLst>
              <a:ext uri="{FF2B5EF4-FFF2-40B4-BE49-F238E27FC236}">
                <a16:creationId xmlns:a16="http://schemas.microsoft.com/office/drawing/2014/main" id="{B21C1A0B-EE21-B6DC-E87B-F45AE8517860}"/>
              </a:ext>
            </a:extLst>
          </p:cNvPr>
          <p:cNvSpPr txBox="1"/>
          <p:nvPr/>
        </p:nvSpPr>
        <p:spPr>
          <a:xfrm>
            <a:off x="292790" y="1999253"/>
            <a:ext cx="9201730" cy="4832092"/>
          </a:xfrm>
          <a:prstGeom prst="rect">
            <a:avLst/>
          </a:prstGeom>
          <a:noFill/>
        </p:spPr>
        <p:txBody>
          <a:bodyPr wrap="square">
            <a:spAutoFit/>
          </a:bodyPr>
          <a:lstStyle/>
          <a:p>
            <a:r>
              <a:rPr lang="en-US" sz="2200" dirty="0">
                <a:latin typeface="Aptos" pitchFamily="2" charset="77"/>
                <a:cs typeface="Aptos" pitchFamily="2" charset="77"/>
              </a:rPr>
              <a:t>Agentic Workflows </a:t>
            </a:r>
            <a:r>
              <a:rPr lang="fr-FR" sz="2200" dirty="0">
                <a:latin typeface="Aptos" pitchFamily="2" charset="77"/>
                <a:cs typeface="Aptos" pitchFamily="2" charset="77"/>
              </a:rPr>
              <a:t>constituent les éléments fondamentaux de l'IA continue</a:t>
            </a:r>
            <a:br>
              <a:rPr lang="en-US" sz="2200" dirty="0">
                <a:latin typeface="Aptos" pitchFamily="2" charset="77"/>
                <a:cs typeface="Aptos" pitchFamily="2" charset="77"/>
              </a:rPr>
            </a:br>
            <a:endParaRPr lang="en-US" dirty="0">
              <a:latin typeface="Aptos" pitchFamily="2" charset="77"/>
              <a:cs typeface="Aptos" pitchFamily="2" charset="77"/>
            </a:endParaRPr>
          </a:p>
          <a:p>
            <a:pPr marL="342900" indent="-342900">
              <a:buFont typeface="Arial" panose="020B0604020202020204" pitchFamily="34" charset="0"/>
              <a:buChar char="•"/>
            </a:pPr>
            <a:r>
              <a:rPr lang="en-US" dirty="0">
                <a:latin typeface="Aptos" pitchFamily="2" charset="77"/>
                <a:cs typeface="Aptos" pitchFamily="2" charset="77"/>
              </a:rPr>
              <a:t>Reactive Intelligence </a:t>
            </a:r>
            <a:r>
              <a:rPr lang="en-US" sz="1600" dirty="0">
                <a:latin typeface="Aptos" pitchFamily="2" charset="77"/>
                <a:cs typeface="Aptos" pitchFamily="2" charset="77"/>
              </a:rPr>
              <a:t>(ChatOps · IssueOps)</a:t>
            </a:r>
            <a:br>
              <a:rPr lang="en-US" dirty="0">
                <a:solidFill>
                  <a:schemeClr val="bg2"/>
                </a:solidFill>
                <a:latin typeface="Aptos" pitchFamily="2" charset="77"/>
                <a:cs typeface="Aptos" pitchFamily="2" charset="77"/>
              </a:rPr>
            </a:br>
            <a:r>
              <a:rPr lang="fr-FR" dirty="0">
                <a:solidFill>
                  <a:schemeClr val="bg1">
                    <a:lumMod val="50000"/>
                    <a:lumOff val="50000"/>
                  </a:schemeClr>
                </a:solidFill>
                <a:latin typeface="Aptos" pitchFamily="2" charset="77"/>
                <a:cs typeface="Aptos" pitchFamily="2" charset="77"/>
              </a:rPr>
              <a:t>L'IA traite les problèmes, les demandes de modification et les</a:t>
            </a:r>
          </a:p>
          <a:p>
            <a:r>
              <a:rPr lang="fr-FR" dirty="0">
                <a:solidFill>
                  <a:schemeClr val="bg1">
                    <a:lumMod val="50000"/>
                    <a:lumOff val="50000"/>
                  </a:schemeClr>
                </a:solidFill>
                <a:latin typeface="Aptos" pitchFamily="2" charset="77"/>
                <a:cs typeface="Aptos" pitchFamily="2" charset="77"/>
              </a:rPr>
              <a:t>       commentaires afin de les classer par priorité, etc.</a:t>
            </a:r>
            <a:br>
              <a:rPr lang="fr-FR" dirty="0">
                <a:solidFill>
                  <a:schemeClr val="bg1">
                    <a:lumMod val="50000"/>
                    <a:lumOff val="50000"/>
                  </a:schemeClr>
                </a:solidFill>
                <a:latin typeface="Aptos" pitchFamily="2" charset="77"/>
                <a:cs typeface="Aptos" pitchFamily="2" charset="77"/>
              </a:rPr>
            </a:br>
            <a:endParaRPr lang="en-US" dirty="0">
              <a:solidFill>
                <a:schemeClr val="bg1">
                  <a:lumMod val="50000"/>
                  <a:lumOff val="50000"/>
                </a:schemeClr>
              </a:solidFill>
              <a:latin typeface="Aptos" pitchFamily="2" charset="77"/>
              <a:cs typeface="Aptos" pitchFamily="2" charset="77"/>
            </a:endParaRPr>
          </a:p>
          <a:p>
            <a:pPr marL="342900" indent="-342900">
              <a:buFont typeface="Arial" panose="020B0604020202020204" pitchFamily="34" charset="0"/>
              <a:buChar char="•"/>
            </a:pPr>
            <a:r>
              <a:rPr lang="en-US" dirty="0">
                <a:latin typeface="Aptos" pitchFamily="2" charset="77"/>
                <a:cs typeface="Aptos" pitchFamily="2" charset="77"/>
              </a:rPr>
              <a:t>Continuous Improvement </a:t>
            </a:r>
            <a:r>
              <a:rPr lang="en-US" sz="1600" dirty="0">
                <a:latin typeface="Aptos" pitchFamily="2" charset="77"/>
                <a:cs typeface="Aptos" pitchFamily="2" charset="77"/>
              </a:rPr>
              <a:t>(DailyOps · TaskOps)</a:t>
            </a:r>
            <a:br>
              <a:rPr lang="en-US" dirty="0">
                <a:solidFill>
                  <a:schemeClr val="bg1">
                    <a:lumMod val="50000"/>
                    <a:lumOff val="50000"/>
                  </a:schemeClr>
                </a:solidFill>
                <a:latin typeface="Aptos" pitchFamily="2" charset="77"/>
                <a:cs typeface="Aptos" pitchFamily="2" charset="77"/>
              </a:rPr>
            </a:br>
            <a:r>
              <a:rPr lang="fr-FR" dirty="0">
                <a:solidFill>
                  <a:schemeClr val="bg1">
                    <a:lumMod val="50000"/>
                    <a:lumOff val="50000"/>
                  </a:schemeClr>
                </a:solidFill>
                <a:latin typeface="Aptos" pitchFamily="2" charset="77"/>
                <a:cs typeface="Aptos" pitchFamily="2" charset="77"/>
              </a:rPr>
              <a:t>Analyses programmées basées sur l'IA et mises à jour progressives.</a:t>
            </a:r>
          </a:p>
          <a:p>
            <a:pPr marL="342900" indent="-342900">
              <a:buFont typeface="Arial" panose="020B0604020202020204" pitchFamily="34" charset="0"/>
              <a:buChar char="•"/>
            </a:pPr>
            <a:endParaRPr lang="en-US" dirty="0">
              <a:solidFill>
                <a:schemeClr val="bg1">
                  <a:lumMod val="50000"/>
                  <a:lumOff val="50000"/>
                </a:schemeClr>
              </a:solidFill>
              <a:latin typeface="Aptos" pitchFamily="2" charset="77"/>
              <a:cs typeface="Aptos" pitchFamily="2" charset="77"/>
            </a:endParaRPr>
          </a:p>
          <a:p>
            <a:pPr marL="342900" indent="-342900">
              <a:buFont typeface="Arial" panose="020B0604020202020204" pitchFamily="34" charset="0"/>
              <a:buChar char="•"/>
            </a:pPr>
            <a:r>
              <a:rPr lang="en-US" dirty="0">
                <a:latin typeface="Aptos" pitchFamily="2" charset="77"/>
                <a:cs typeface="Aptos" pitchFamily="2" charset="77"/>
              </a:rPr>
              <a:t>Insight &amp; Governance </a:t>
            </a:r>
            <a:r>
              <a:rPr lang="en-US" sz="1600" dirty="0">
                <a:latin typeface="Aptos" pitchFamily="2" charset="77"/>
                <a:cs typeface="Aptos" pitchFamily="2" charset="77"/>
              </a:rPr>
              <a:t>(DataOps · ProjectOps)</a:t>
            </a:r>
            <a:br>
              <a:rPr lang="en-US" sz="1600" dirty="0">
                <a:latin typeface="Aptos" pitchFamily="2" charset="77"/>
                <a:cs typeface="Aptos" pitchFamily="2" charset="77"/>
              </a:rPr>
            </a:br>
            <a:r>
              <a:rPr lang="fr-FR" dirty="0">
                <a:solidFill>
                  <a:schemeClr val="bg1">
                    <a:lumMod val="50000"/>
                    <a:lumOff val="50000"/>
                  </a:schemeClr>
                </a:solidFill>
                <a:latin typeface="Aptos" pitchFamily="2" charset="77"/>
                <a:cs typeface="Aptos" pitchFamily="2" charset="77"/>
              </a:rPr>
              <a:t>Analyser les données du référentiel et mettre à jour automatiquement l'état du projet.</a:t>
            </a:r>
            <a:br>
              <a:rPr lang="en-US" dirty="0">
                <a:solidFill>
                  <a:schemeClr val="bg1">
                    <a:lumMod val="50000"/>
                    <a:lumOff val="50000"/>
                  </a:schemeClr>
                </a:solidFill>
                <a:latin typeface="Aptos" pitchFamily="2" charset="77"/>
                <a:cs typeface="Aptos" pitchFamily="2" charset="77"/>
              </a:rPr>
            </a:br>
            <a:endParaRPr lang="en-US" dirty="0">
              <a:latin typeface="Aptos" pitchFamily="2" charset="77"/>
              <a:cs typeface="Aptos" pitchFamily="2" charset="77"/>
            </a:endParaRPr>
          </a:p>
          <a:p>
            <a:pPr marL="342900" indent="-342900">
              <a:buFont typeface="Arial" panose="020B0604020202020204" pitchFamily="34" charset="0"/>
              <a:buChar char="•"/>
            </a:pPr>
            <a:r>
              <a:rPr lang="en-US" dirty="0">
                <a:latin typeface="Aptos" pitchFamily="2" charset="77"/>
                <a:cs typeface="Aptos" pitchFamily="2" charset="77"/>
              </a:rPr>
              <a:t>Orchestration </a:t>
            </a:r>
            <a:r>
              <a:rPr lang="en-US" sz="1600" dirty="0">
                <a:latin typeface="Aptos" pitchFamily="2" charset="77"/>
                <a:cs typeface="Aptos" pitchFamily="2" charset="77"/>
              </a:rPr>
              <a:t>(MultiRepoOps · CentralRepoOps)</a:t>
            </a:r>
            <a:br>
              <a:rPr lang="en-US" dirty="0">
                <a:latin typeface="Aptos" pitchFamily="2" charset="77"/>
                <a:cs typeface="Aptos" pitchFamily="2" charset="77"/>
              </a:rPr>
            </a:br>
            <a:r>
              <a:rPr lang="fr-FR" dirty="0">
                <a:solidFill>
                  <a:schemeClr val="bg1">
                    <a:lumMod val="50000"/>
                    <a:lumOff val="50000"/>
                  </a:schemeClr>
                </a:solidFill>
                <a:latin typeface="Aptos" pitchFamily="2" charset="77"/>
                <a:cs typeface="Aptos" pitchFamily="2" charset="77"/>
              </a:rPr>
              <a:t>Coordonner le travail entre les référentiels grâce à une supervision centralisée.</a:t>
            </a:r>
            <a:br>
              <a:rPr lang="en-US" sz="1600" dirty="0">
                <a:solidFill>
                  <a:schemeClr val="bg1">
                    <a:lumMod val="50000"/>
                    <a:lumOff val="50000"/>
                  </a:schemeClr>
                </a:solidFill>
                <a:latin typeface="Aptos" pitchFamily="2" charset="77"/>
                <a:cs typeface="Aptos" pitchFamily="2" charset="77"/>
              </a:rPr>
            </a:br>
            <a:endParaRPr lang="en-US" sz="1000" dirty="0">
              <a:solidFill>
                <a:schemeClr val="bg1">
                  <a:lumMod val="50000"/>
                  <a:lumOff val="50000"/>
                </a:schemeClr>
              </a:solidFill>
              <a:latin typeface="Aptos" pitchFamily="2" charset="77"/>
              <a:cs typeface="Aptos" pitchFamily="2" charset="77"/>
            </a:endParaRPr>
          </a:p>
          <a:p>
            <a:br>
              <a:rPr lang="fr-FR" sz="1200" dirty="0">
                <a:solidFill>
                  <a:schemeClr val="bg1">
                    <a:lumMod val="50000"/>
                    <a:lumOff val="50000"/>
                  </a:schemeClr>
                </a:solidFill>
                <a:latin typeface="Aptos" pitchFamily="2" charset="77"/>
                <a:cs typeface="Aptos" pitchFamily="2" charset="77"/>
              </a:rPr>
            </a:br>
            <a:r>
              <a:rPr lang="fr-FR" sz="1200" dirty="0">
                <a:solidFill>
                  <a:schemeClr val="bg1">
                    <a:lumMod val="50000"/>
                    <a:lumOff val="50000"/>
                  </a:schemeClr>
                </a:solidFill>
                <a:latin typeface="Aptos" pitchFamily="2" charset="77"/>
                <a:cs typeface="Aptos" pitchFamily="2" charset="77"/>
              </a:rPr>
              <a:t>Et bien d'autres encore ! Découvrez nos « modèles de conception ».</a:t>
            </a:r>
            <a:br>
              <a:rPr lang="en-US" sz="1600" dirty="0">
                <a:solidFill>
                  <a:schemeClr val="bg1">
                    <a:lumMod val="50000"/>
                    <a:lumOff val="50000"/>
                  </a:schemeClr>
                </a:solidFill>
                <a:latin typeface="Aptos" pitchFamily="2" charset="77"/>
                <a:cs typeface="Aptos" pitchFamily="2" charset="77"/>
              </a:rPr>
            </a:br>
            <a:endParaRPr lang="en-US" dirty="0">
              <a:latin typeface="Aptos" pitchFamily="2" charset="77"/>
              <a:cs typeface="Aptos" pitchFamily="2" charset="77"/>
            </a:endParaRPr>
          </a:p>
        </p:txBody>
      </p:sp>
      <p:sp>
        <p:nvSpPr>
          <p:cNvPr id="61" name="Google Shape;1420;p105">
            <a:extLst>
              <a:ext uri="{FF2B5EF4-FFF2-40B4-BE49-F238E27FC236}">
                <a16:creationId xmlns:a16="http://schemas.microsoft.com/office/drawing/2014/main" id="{05DD4925-879C-471F-5342-AC6EF394FBAB}"/>
              </a:ext>
            </a:extLst>
          </p:cNvPr>
          <p:cNvSpPr/>
          <p:nvPr/>
        </p:nvSpPr>
        <p:spPr>
          <a:xfrm>
            <a:off x="784404" y="422517"/>
            <a:ext cx="2535128" cy="45719"/>
          </a:xfrm>
          <a:prstGeom prst="rect">
            <a:avLst/>
          </a:prstGeom>
          <a:gradFill>
            <a:gsLst>
              <a:gs pos="0">
                <a:srgbClr val="C693FF"/>
              </a:gs>
              <a:gs pos="42000">
                <a:srgbClr val="6533FE"/>
              </a:gs>
              <a:gs pos="69000">
                <a:srgbClr val="0840F0"/>
              </a:gs>
              <a:gs pos="100000">
                <a:srgbClr val="60ED83"/>
              </a:gs>
            </a:gsLst>
            <a:lin ang="0" scaled="0"/>
          </a:gradFill>
          <a:ln>
            <a:noFill/>
          </a:ln>
        </p:spPr>
        <p:txBody>
          <a:bodyPr spcFirstLastPara="1" wrap="square" lIns="91426" tIns="91426" rIns="91426" bIns="91426" anchor="ctr" anchorCtr="0">
            <a:noAutofit/>
          </a:bodyPr>
          <a:lstStyle/>
          <a:p>
            <a:pPr algn="ctr"/>
            <a:endParaRPr/>
          </a:p>
        </p:txBody>
      </p:sp>
      <p:sp>
        <p:nvSpPr>
          <p:cNvPr id="62" name="Rounded Rectangle 61">
            <a:extLst>
              <a:ext uri="{FF2B5EF4-FFF2-40B4-BE49-F238E27FC236}">
                <a16:creationId xmlns:a16="http://schemas.microsoft.com/office/drawing/2014/main" id="{12424A03-B266-EC8F-081F-BEC1113D7BA5}"/>
              </a:ext>
            </a:extLst>
          </p:cNvPr>
          <p:cNvSpPr/>
          <p:nvPr/>
        </p:nvSpPr>
        <p:spPr>
          <a:xfrm>
            <a:off x="424817" y="227377"/>
            <a:ext cx="373739" cy="373747"/>
          </a:xfrm>
          <a:prstGeom prst="roundRect">
            <a:avLst/>
          </a:prstGeom>
          <a:solidFill>
            <a:schemeClr val="bg1"/>
          </a:solidFill>
          <a:ln w="25400">
            <a:solidFill>
              <a:srgbClr val="C69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Google Shape;1420;p105">
            <a:extLst>
              <a:ext uri="{FF2B5EF4-FFF2-40B4-BE49-F238E27FC236}">
                <a16:creationId xmlns:a16="http://schemas.microsoft.com/office/drawing/2014/main" id="{70CA03B7-E6E9-80D7-E588-871A5E1F6BF1}"/>
              </a:ext>
            </a:extLst>
          </p:cNvPr>
          <p:cNvSpPr/>
          <p:nvPr/>
        </p:nvSpPr>
        <p:spPr>
          <a:xfrm>
            <a:off x="1396144" y="417527"/>
            <a:ext cx="2284082" cy="50709"/>
          </a:xfrm>
          <a:prstGeom prst="rect">
            <a:avLst/>
          </a:prstGeom>
          <a:solidFill>
            <a:schemeClr val="bg1">
              <a:lumMod val="65000"/>
              <a:lumOff val="35000"/>
            </a:schemeClr>
          </a:solidFill>
          <a:ln>
            <a:noFill/>
          </a:ln>
        </p:spPr>
        <p:txBody>
          <a:bodyPr spcFirstLastPara="1" wrap="square" lIns="91426" tIns="91426" rIns="91426" bIns="91426" anchor="ctr" anchorCtr="0">
            <a:noAutofit/>
          </a:bodyPr>
          <a:lstStyle/>
          <a:p>
            <a:pPr algn="ctr"/>
            <a:endParaRPr/>
          </a:p>
        </p:txBody>
      </p:sp>
      <p:sp>
        <p:nvSpPr>
          <p:cNvPr id="64" name="Rounded Rectangle 63">
            <a:extLst>
              <a:ext uri="{FF2B5EF4-FFF2-40B4-BE49-F238E27FC236}">
                <a16:creationId xmlns:a16="http://schemas.microsoft.com/office/drawing/2014/main" id="{84F1F361-085A-6A73-3715-E80D08445006}"/>
              </a:ext>
            </a:extLst>
          </p:cNvPr>
          <p:cNvSpPr/>
          <p:nvPr/>
        </p:nvSpPr>
        <p:spPr>
          <a:xfrm>
            <a:off x="3306489"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ounded Rectangle 64">
            <a:extLst>
              <a:ext uri="{FF2B5EF4-FFF2-40B4-BE49-F238E27FC236}">
                <a16:creationId xmlns:a16="http://schemas.microsoft.com/office/drawing/2014/main" id="{007CB9D9-3165-8A48-0968-D72317130AD4}"/>
              </a:ext>
            </a:extLst>
          </p:cNvPr>
          <p:cNvSpPr/>
          <p:nvPr/>
        </p:nvSpPr>
        <p:spPr>
          <a:xfrm>
            <a:off x="2347685"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6" name="Google Shape;1093;p63">
            <a:extLst>
              <a:ext uri="{FF2B5EF4-FFF2-40B4-BE49-F238E27FC236}">
                <a16:creationId xmlns:a16="http://schemas.microsoft.com/office/drawing/2014/main" id="{0A839092-E3AF-55F7-CEFB-18F32021CC32}"/>
              </a:ext>
              <a:ext uri="{C183D7F6-B498-43B3-948B-1728B52AA6E4}">
                <adec:decorative xmlns:adec="http://schemas.microsoft.com/office/drawing/2017/decorative" val="1"/>
              </a:ext>
            </a:extLst>
          </p:cNvPr>
          <p:cNvGrpSpPr/>
          <p:nvPr/>
        </p:nvGrpSpPr>
        <p:grpSpPr>
          <a:xfrm>
            <a:off x="489502" y="276904"/>
            <a:ext cx="257028" cy="242690"/>
            <a:chOff x="4372769" y="2910304"/>
            <a:chExt cx="56755" cy="52725"/>
          </a:xfrm>
          <a:solidFill>
            <a:schemeClr val="tx1"/>
          </a:solidFill>
        </p:grpSpPr>
        <p:sp>
          <p:nvSpPr>
            <p:cNvPr id="67" name="Google Shape;1094;p63">
              <a:extLst>
                <a:ext uri="{FF2B5EF4-FFF2-40B4-BE49-F238E27FC236}">
                  <a16:creationId xmlns:a16="http://schemas.microsoft.com/office/drawing/2014/main" id="{E62A0A0C-CD93-3178-FB18-203F1F325069}"/>
                </a:ext>
              </a:extLst>
            </p:cNvPr>
            <p:cNvSpPr/>
            <p:nvPr/>
          </p:nvSpPr>
          <p:spPr>
            <a:xfrm>
              <a:off x="4372769" y="2910304"/>
              <a:ext cx="51900" cy="52725"/>
            </a:xfrm>
            <a:custGeom>
              <a:avLst/>
              <a:gdLst/>
              <a:ahLst/>
              <a:cxnLst/>
              <a:rect l="l" t="t" r="r" b="b"/>
              <a:pathLst>
                <a:path w="2076" h="2109" extrusionOk="0">
                  <a:moveTo>
                    <a:pt x="77" y="0"/>
                  </a:moveTo>
                  <a:cubicBezTo>
                    <a:pt x="34" y="0"/>
                    <a:pt x="1" y="34"/>
                    <a:pt x="1" y="76"/>
                  </a:cubicBezTo>
                  <a:lnTo>
                    <a:pt x="1" y="2033"/>
                  </a:lnTo>
                  <a:cubicBezTo>
                    <a:pt x="1" y="2075"/>
                    <a:pt x="34" y="2109"/>
                    <a:pt x="77" y="2109"/>
                  </a:cubicBezTo>
                  <a:lnTo>
                    <a:pt x="1999" y="2109"/>
                  </a:lnTo>
                  <a:cubicBezTo>
                    <a:pt x="2041" y="2109"/>
                    <a:pt x="2075" y="2075"/>
                    <a:pt x="2075" y="2033"/>
                  </a:cubicBezTo>
                  <a:cubicBezTo>
                    <a:pt x="2075" y="1982"/>
                    <a:pt x="2041" y="1948"/>
                    <a:pt x="1999" y="1948"/>
                  </a:cubicBezTo>
                  <a:lnTo>
                    <a:pt x="152" y="1948"/>
                  </a:lnTo>
                  <a:lnTo>
                    <a:pt x="152" y="76"/>
                  </a:lnTo>
                  <a:cubicBezTo>
                    <a:pt x="152" y="34"/>
                    <a:pt x="119" y="0"/>
                    <a:pt x="77"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sp>
          <p:nvSpPr>
            <p:cNvPr id="68" name="Google Shape;1095;p63">
              <a:extLst>
                <a:ext uri="{FF2B5EF4-FFF2-40B4-BE49-F238E27FC236}">
                  <a16:creationId xmlns:a16="http://schemas.microsoft.com/office/drawing/2014/main" id="{2D454E2B-49C7-3479-FF4C-309D941EC52D}"/>
                </a:ext>
              </a:extLst>
            </p:cNvPr>
            <p:cNvSpPr/>
            <p:nvPr/>
          </p:nvSpPr>
          <p:spPr>
            <a:xfrm>
              <a:off x="4381625" y="2922100"/>
              <a:ext cx="47900" cy="25125"/>
            </a:xfrm>
            <a:custGeom>
              <a:avLst/>
              <a:gdLst/>
              <a:ahLst/>
              <a:cxnLst/>
              <a:rect l="l" t="t" r="r" b="b"/>
              <a:pathLst>
                <a:path w="1916" h="1005" extrusionOk="0">
                  <a:moveTo>
                    <a:pt x="1831" y="1"/>
                  </a:moveTo>
                  <a:cubicBezTo>
                    <a:pt x="1810" y="1"/>
                    <a:pt x="1789" y="9"/>
                    <a:pt x="1772" y="26"/>
                  </a:cubicBezTo>
                  <a:lnTo>
                    <a:pt x="1173" y="633"/>
                  </a:lnTo>
                  <a:lnTo>
                    <a:pt x="777" y="237"/>
                  </a:lnTo>
                  <a:cubicBezTo>
                    <a:pt x="764" y="220"/>
                    <a:pt x="745" y="212"/>
                    <a:pt x="725" y="212"/>
                  </a:cubicBezTo>
                  <a:cubicBezTo>
                    <a:pt x="705" y="212"/>
                    <a:pt x="684" y="220"/>
                    <a:pt x="667" y="237"/>
                  </a:cubicBezTo>
                  <a:lnTo>
                    <a:pt x="35" y="869"/>
                  </a:lnTo>
                  <a:cubicBezTo>
                    <a:pt x="1" y="903"/>
                    <a:pt x="1" y="954"/>
                    <a:pt x="35" y="979"/>
                  </a:cubicBezTo>
                  <a:cubicBezTo>
                    <a:pt x="51" y="996"/>
                    <a:pt x="73" y="1004"/>
                    <a:pt x="93" y="1004"/>
                  </a:cubicBezTo>
                  <a:cubicBezTo>
                    <a:pt x="113" y="1004"/>
                    <a:pt x="132" y="996"/>
                    <a:pt x="144" y="979"/>
                  </a:cubicBezTo>
                  <a:lnTo>
                    <a:pt x="726" y="405"/>
                  </a:lnTo>
                  <a:lnTo>
                    <a:pt x="1114" y="793"/>
                  </a:lnTo>
                  <a:cubicBezTo>
                    <a:pt x="1131" y="810"/>
                    <a:pt x="1152" y="819"/>
                    <a:pt x="1172" y="819"/>
                  </a:cubicBezTo>
                  <a:cubicBezTo>
                    <a:pt x="1192" y="819"/>
                    <a:pt x="1211" y="810"/>
                    <a:pt x="1224" y="793"/>
                  </a:cubicBezTo>
                  <a:lnTo>
                    <a:pt x="1890" y="136"/>
                  </a:lnTo>
                  <a:cubicBezTo>
                    <a:pt x="1915" y="110"/>
                    <a:pt x="1915" y="60"/>
                    <a:pt x="1890" y="26"/>
                  </a:cubicBezTo>
                  <a:cubicBezTo>
                    <a:pt x="1873" y="9"/>
                    <a:pt x="1852" y="1"/>
                    <a:pt x="1831"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grpSp>
      <p:sp>
        <p:nvSpPr>
          <p:cNvPr id="69" name="Google Shape;1266;p65">
            <a:extLst>
              <a:ext uri="{FF2B5EF4-FFF2-40B4-BE49-F238E27FC236}">
                <a16:creationId xmlns:a16="http://schemas.microsoft.com/office/drawing/2014/main" id="{04DDE4F4-F3B7-347E-B837-7CEBE0F1B552}"/>
              </a:ext>
            </a:extLst>
          </p:cNvPr>
          <p:cNvSpPr/>
          <p:nvPr/>
        </p:nvSpPr>
        <p:spPr>
          <a:xfrm>
            <a:off x="3406025" y="348631"/>
            <a:ext cx="192542" cy="195814"/>
          </a:xfrm>
          <a:custGeom>
            <a:avLst/>
            <a:gdLst/>
            <a:ahLst/>
            <a:cxnLst/>
            <a:rect l="l" t="t" r="r" b="b"/>
            <a:pathLst>
              <a:path w="1687" h="1688" extrusionOk="0">
                <a:moveTo>
                  <a:pt x="177" y="1"/>
                </a:moveTo>
                <a:cubicBezTo>
                  <a:pt x="76" y="1"/>
                  <a:pt x="0" y="76"/>
                  <a:pt x="0" y="178"/>
                </a:cubicBezTo>
                <a:lnTo>
                  <a:pt x="0" y="1181"/>
                </a:lnTo>
                <a:cubicBezTo>
                  <a:pt x="0" y="1282"/>
                  <a:pt x="76" y="1367"/>
                  <a:pt x="177" y="1367"/>
                </a:cubicBezTo>
                <a:lnTo>
                  <a:pt x="312" y="1367"/>
                </a:lnTo>
                <a:lnTo>
                  <a:pt x="312" y="1527"/>
                </a:lnTo>
                <a:cubicBezTo>
                  <a:pt x="312" y="1611"/>
                  <a:pt x="380" y="1687"/>
                  <a:pt x="464" y="1687"/>
                </a:cubicBezTo>
                <a:cubicBezTo>
                  <a:pt x="506" y="1687"/>
                  <a:pt x="549" y="1670"/>
                  <a:pt x="574" y="1637"/>
                </a:cubicBezTo>
                <a:lnTo>
                  <a:pt x="844" y="1367"/>
                </a:lnTo>
                <a:lnTo>
                  <a:pt x="1501" y="1367"/>
                </a:lnTo>
                <a:cubicBezTo>
                  <a:pt x="1603" y="1367"/>
                  <a:pt x="1687" y="1282"/>
                  <a:pt x="1687" y="1181"/>
                </a:cubicBezTo>
                <a:lnTo>
                  <a:pt x="1687" y="178"/>
                </a:lnTo>
                <a:cubicBezTo>
                  <a:pt x="1687" y="76"/>
                  <a:pt x="1603" y="1"/>
                  <a:pt x="1501" y="1"/>
                </a:cubicBezTo>
                <a:close/>
                <a:moveTo>
                  <a:pt x="152" y="178"/>
                </a:moveTo>
                <a:cubicBezTo>
                  <a:pt x="152" y="169"/>
                  <a:pt x="169" y="152"/>
                  <a:pt x="177" y="152"/>
                </a:cubicBezTo>
                <a:lnTo>
                  <a:pt x="1501" y="152"/>
                </a:lnTo>
                <a:cubicBezTo>
                  <a:pt x="1510" y="152"/>
                  <a:pt x="1527" y="169"/>
                  <a:pt x="1527" y="178"/>
                </a:cubicBezTo>
                <a:lnTo>
                  <a:pt x="1527" y="1181"/>
                </a:lnTo>
                <a:cubicBezTo>
                  <a:pt x="1527" y="1198"/>
                  <a:pt x="1510" y="1206"/>
                  <a:pt x="1501" y="1206"/>
                </a:cubicBezTo>
                <a:lnTo>
                  <a:pt x="810" y="1206"/>
                </a:lnTo>
                <a:cubicBezTo>
                  <a:pt x="793" y="1206"/>
                  <a:pt x="776" y="1215"/>
                  <a:pt x="759" y="1232"/>
                </a:cubicBezTo>
                <a:lnTo>
                  <a:pt x="473" y="1518"/>
                </a:lnTo>
                <a:lnTo>
                  <a:pt x="473" y="1291"/>
                </a:lnTo>
                <a:cubicBezTo>
                  <a:pt x="473" y="1249"/>
                  <a:pt x="439" y="1206"/>
                  <a:pt x="388" y="1206"/>
                </a:cubicBezTo>
                <a:lnTo>
                  <a:pt x="177" y="1206"/>
                </a:lnTo>
                <a:cubicBezTo>
                  <a:pt x="169" y="1206"/>
                  <a:pt x="152" y="1198"/>
                  <a:pt x="152" y="1181"/>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nvGrpSpPr>
          <p:cNvPr id="70" name="Group 69">
            <a:extLst>
              <a:ext uri="{FF2B5EF4-FFF2-40B4-BE49-F238E27FC236}">
                <a16:creationId xmlns:a16="http://schemas.microsoft.com/office/drawing/2014/main" id="{1719D55D-626D-634A-1FE7-49A1D78E65C1}"/>
              </a:ext>
            </a:extLst>
          </p:cNvPr>
          <p:cNvGrpSpPr/>
          <p:nvPr/>
        </p:nvGrpSpPr>
        <p:grpSpPr>
          <a:xfrm>
            <a:off x="2413311" y="299200"/>
            <a:ext cx="254222" cy="254222"/>
            <a:chOff x="3097145" y="1017785"/>
            <a:chExt cx="307292" cy="307292"/>
          </a:xfrm>
        </p:grpSpPr>
        <p:sp>
          <p:nvSpPr>
            <p:cNvPr id="71" name="Google Shape;1329;p65">
              <a:extLst>
                <a:ext uri="{FF2B5EF4-FFF2-40B4-BE49-F238E27FC236}">
                  <a16:creationId xmlns:a16="http://schemas.microsoft.com/office/drawing/2014/main" id="{701B9B22-604B-5034-DA81-33F92C4260F8}"/>
                </a:ext>
              </a:extLst>
            </p:cNvPr>
            <p:cNvSpPr/>
            <p:nvPr/>
          </p:nvSpPr>
          <p:spPr>
            <a:xfrm>
              <a:off x="3215558" y="1113681"/>
              <a:ext cx="92850" cy="114440"/>
            </a:xfrm>
            <a:custGeom>
              <a:avLst/>
              <a:gdLst/>
              <a:ahLst/>
              <a:cxnLst/>
              <a:rect l="l" t="t" r="r" b="b"/>
              <a:pathLst>
                <a:path w="701" h="864" extrusionOk="0">
                  <a:moveTo>
                    <a:pt x="54" y="0"/>
                  </a:moveTo>
                  <a:cubicBezTo>
                    <a:pt x="27" y="0"/>
                    <a:pt x="0" y="22"/>
                    <a:pt x="0" y="53"/>
                  </a:cubicBezTo>
                  <a:lnTo>
                    <a:pt x="0" y="812"/>
                  </a:lnTo>
                  <a:cubicBezTo>
                    <a:pt x="0" y="842"/>
                    <a:pt x="27" y="864"/>
                    <a:pt x="54" y="864"/>
                  </a:cubicBezTo>
                  <a:cubicBezTo>
                    <a:pt x="65" y="864"/>
                    <a:pt x="75" y="861"/>
                    <a:pt x="84" y="854"/>
                  </a:cubicBezTo>
                  <a:lnTo>
                    <a:pt x="675" y="474"/>
                  </a:lnTo>
                  <a:cubicBezTo>
                    <a:pt x="700" y="458"/>
                    <a:pt x="700" y="407"/>
                    <a:pt x="675" y="390"/>
                  </a:cubicBezTo>
                  <a:lnTo>
                    <a:pt x="84" y="11"/>
                  </a:lnTo>
                  <a:cubicBezTo>
                    <a:pt x="75" y="4"/>
                    <a:pt x="65" y="0"/>
                    <a:pt x="54" y="0"/>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72" name="Google Shape;1330;p65">
              <a:extLst>
                <a:ext uri="{FF2B5EF4-FFF2-40B4-BE49-F238E27FC236}">
                  <a16:creationId xmlns:a16="http://schemas.microsoft.com/office/drawing/2014/main" id="{FA08CB6D-8399-CAB8-93BA-E18D6EF00AD9}"/>
                </a:ext>
              </a:extLst>
            </p:cNvPr>
            <p:cNvSpPr/>
            <p:nvPr/>
          </p:nvSpPr>
          <p:spPr>
            <a:xfrm>
              <a:off x="3097145" y="1017785"/>
              <a:ext cx="307292" cy="307292"/>
            </a:xfrm>
            <a:custGeom>
              <a:avLst/>
              <a:gdLst/>
              <a:ahLst/>
              <a:cxnLst/>
              <a:rect l="l" t="t" r="r" b="b"/>
              <a:pathLst>
                <a:path w="2320" h="2320" extrusionOk="0">
                  <a:moveTo>
                    <a:pt x="1164" y="153"/>
                  </a:moveTo>
                  <a:cubicBezTo>
                    <a:pt x="607" y="153"/>
                    <a:pt x="160" y="600"/>
                    <a:pt x="160" y="1156"/>
                  </a:cubicBezTo>
                  <a:cubicBezTo>
                    <a:pt x="160" y="1713"/>
                    <a:pt x="607" y="2160"/>
                    <a:pt x="1164" y="2160"/>
                  </a:cubicBezTo>
                  <a:cubicBezTo>
                    <a:pt x="1712" y="2160"/>
                    <a:pt x="2159" y="1713"/>
                    <a:pt x="2159" y="1156"/>
                  </a:cubicBezTo>
                  <a:cubicBezTo>
                    <a:pt x="2159" y="600"/>
                    <a:pt x="1712" y="153"/>
                    <a:pt x="1164" y="153"/>
                  </a:cubicBezTo>
                  <a:close/>
                  <a:moveTo>
                    <a:pt x="0" y="1156"/>
                  </a:moveTo>
                  <a:cubicBezTo>
                    <a:pt x="0" y="515"/>
                    <a:pt x="523" y="1"/>
                    <a:pt x="1164" y="1"/>
                  </a:cubicBezTo>
                  <a:cubicBezTo>
                    <a:pt x="1796" y="1"/>
                    <a:pt x="2319" y="515"/>
                    <a:pt x="2319" y="1156"/>
                  </a:cubicBezTo>
                  <a:cubicBezTo>
                    <a:pt x="2319" y="1797"/>
                    <a:pt x="1796" y="2320"/>
                    <a:pt x="1164" y="2320"/>
                  </a:cubicBezTo>
                  <a:cubicBezTo>
                    <a:pt x="523" y="2320"/>
                    <a:pt x="0" y="1797"/>
                    <a:pt x="0" y="1156"/>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sp>
        <p:nvSpPr>
          <p:cNvPr id="73" name="Rounded Rectangle 72">
            <a:extLst>
              <a:ext uri="{FF2B5EF4-FFF2-40B4-BE49-F238E27FC236}">
                <a16:creationId xmlns:a16="http://schemas.microsoft.com/office/drawing/2014/main" id="{C7248ADF-75A0-0AFD-848A-361FF10C4B76}"/>
              </a:ext>
            </a:extLst>
          </p:cNvPr>
          <p:cNvSpPr/>
          <p:nvPr/>
        </p:nvSpPr>
        <p:spPr>
          <a:xfrm>
            <a:off x="1351842" y="157300"/>
            <a:ext cx="554006" cy="554016"/>
          </a:xfrm>
          <a:prstGeom prst="roundRect">
            <a:avLst/>
          </a:prstGeom>
          <a:solidFill>
            <a:srgbClr val="6533FE"/>
          </a:solidFill>
          <a:ln w="38100">
            <a:solidFill>
              <a:srgbClr val="6533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Text Placeholder 18">
            <a:extLst>
              <a:ext uri="{FF2B5EF4-FFF2-40B4-BE49-F238E27FC236}">
                <a16:creationId xmlns:a16="http://schemas.microsoft.com/office/drawing/2014/main" id="{DC79FE35-EE61-2F4A-CAE8-54D77EFEAD5E}"/>
              </a:ext>
            </a:extLst>
          </p:cNvPr>
          <p:cNvSpPr txBox="1">
            <a:spLocks/>
          </p:cNvSpPr>
          <p:nvPr/>
        </p:nvSpPr>
        <p:spPr>
          <a:xfrm>
            <a:off x="240840" y="1136046"/>
            <a:ext cx="8136102" cy="613292"/>
          </a:xfrm>
          <a:prstGeom prst="rect">
            <a:avLst/>
          </a:prstGeom>
        </p:spPr>
        <p:txBody>
          <a:bodyPr/>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Aptos"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4000" b="1" dirty="0">
                <a:latin typeface="Aptos" pitchFamily="2" charset="77"/>
                <a:cs typeface="Aptos" pitchFamily="2" charset="77"/>
              </a:rPr>
              <a:t>GitHub Agentic Workflows</a:t>
            </a:r>
          </a:p>
        </p:txBody>
      </p:sp>
      <p:grpSp>
        <p:nvGrpSpPr>
          <p:cNvPr id="8" name="Google Shape;1295;p65">
            <a:extLst>
              <a:ext uri="{FF2B5EF4-FFF2-40B4-BE49-F238E27FC236}">
                <a16:creationId xmlns:a16="http://schemas.microsoft.com/office/drawing/2014/main" id="{3E611C78-AD5E-88B1-6963-E6DBB39AF844}"/>
              </a:ext>
              <a:ext uri="{C183D7F6-B498-43B3-948B-1728B52AA6E4}">
                <adec:decorative xmlns:adec="http://schemas.microsoft.com/office/drawing/2017/decorative" val="1"/>
              </a:ext>
            </a:extLst>
          </p:cNvPr>
          <p:cNvGrpSpPr/>
          <p:nvPr/>
        </p:nvGrpSpPr>
        <p:grpSpPr>
          <a:xfrm>
            <a:off x="4350562" y="6019036"/>
            <a:ext cx="187962" cy="178865"/>
            <a:chOff x="3351350" y="4936850"/>
            <a:chExt cx="60950" cy="58000"/>
          </a:xfrm>
          <a:solidFill>
            <a:schemeClr val="bg1">
              <a:lumMod val="50000"/>
              <a:lumOff val="50000"/>
            </a:schemeClr>
          </a:solidFill>
        </p:grpSpPr>
        <p:sp>
          <p:nvSpPr>
            <p:cNvPr id="9" name="Google Shape;1296;p65">
              <a:extLst>
                <a:ext uri="{FF2B5EF4-FFF2-40B4-BE49-F238E27FC236}">
                  <a16:creationId xmlns:a16="http://schemas.microsoft.com/office/drawing/2014/main" id="{3099C3FD-1364-C9FA-4F90-98831B5D81D9}"/>
                </a:ext>
              </a:extLst>
            </p:cNvPr>
            <p:cNvSpPr/>
            <p:nvPr/>
          </p:nvSpPr>
          <p:spPr>
            <a:xfrm>
              <a:off x="3374950" y="4936850"/>
              <a:ext cx="37350" cy="38175"/>
            </a:xfrm>
            <a:custGeom>
              <a:avLst/>
              <a:gdLst/>
              <a:ahLst/>
              <a:cxnLst/>
              <a:rect l="l" t="t" r="r" b="b"/>
              <a:pathLst>
                <a:path w="1494" h="1527" extrusionOk="0">
                  <a:moveTo>
                    <a:pt x="864" y="0"/>
                  </a:moveTo>
                  <a:cubicBezTo>
                    <a:pt x="717" y="0"/>
                    <a:pt x="570" y="55"/>
                    <a:pt x="456" y="164"/>
                  </a:cubicBezTo>
                  <a:lnTo>
                    <a:pt x="144" y="485"/>
                  </a:lnTo>
                  <a:cubicBezTo>
                    <a:pt x="110" y="519"/>
                    <a:pt x="110" y="569"/>
                    <a:pt x="144" y="595"/>
                  </a:cubicBezTo>
                  <a:cubicBezTo>
                    <a:pt x="157" y="611"/>
                    <a:pt x="176" y="620"/>
                    <a:pt x="196" y="620"/>
                  </a:cubicBezTo>
                  <a:cubicBezTo>
                    <a:pt x="216" y="620"/>
                    <a:pt x="237" y="611"/>
                    <a:pt x="254" y="595"/>
                  </a:cubicBezTo>
                  <a:lnTo>
                    <a:pt x="566" y="283"/>
                  </a:lnTo>
                  <a:cubicBezTo>
                    <a:pt x="646" y="202"/>
                    <a:pt x="753" y="162"/>
                    <a:pt x="861" y="162"/>
                  </a:cubicBezTo>
                  <a:cubicBezTo>
                    <a:pt x="968" y="162"/>
                    <a:pt x="1076" y="202"/>
                    <a:pt x="1156" y="283"/>
                  </a:cubicBezTo>
                  <a:cubicBezTo>
                    <a:pt x="1316" y="443"/>
                    <a:pt x="1316" y="704"/>
                    <a:pt x="1156" y="864"/>
                  </a:cubicBezTo>
                  <a:lnTo>
                    <a:pt x="777" y="1252"/>
                  </a:lnTo>
                  <a:cubicBezTo>
                    <a:pt x="692" y="1332"/>
                    <a:pt x="585" y="1373"/>
                    <a:pt x="478" y="1373"/>
                  </a:cubicBezTo>
                  <a:cubicBezTo>
                    <a:pt x="372" y="1373"/>
                    <a:pt x="266" y="1332"/>
                    <a:pt x="186" y="1252"/>
                  </a:cubicBezTo>
                  <a:cubicBezTo>
                    <a:pt x="178" y="1235"/>
                    <a:pt x="161" y="1227"/>
                    <a:pt x="152" y="1210"/>
                  </a:cubicBezTo>
                  <a:cubicBezTo>
                    <a:pt x="138" y="1191"/>
                    <a:pt x="116" y="1180"/>
                    <a:pt x="93" y="1180"/>
                  </a:cubicBezTo>
                  <a:cubicBezTo>
                    <a:pt x="76" y="1180"/>
                    <a:pt x="58" y="1187"/>
                    <a:pt x="43" y="1202"/>
                  </a:cubicBezTo>
                  <a:cubicBezTo>
                    <a:pt x="9" y="1227"/>
                    <a:pt x="1" y="1278"/>
                    <a:pt x="26" y="1311"/>
                  </a:cubicBezTo>
                  <a:cubicBezTo>
                    <a:pt x="43" y="1328"/>
                    <a:pt x="60" y="1345"/>
                    <a:pt x="77" y="1362"/>
                  </a:cubicBezTo>
                  <a:cubicBezTo>
                    <a:pt x="186" y="1472"/>
                    <a:pt x="332" y="1526"/>
                    <a:pt x="478" y="1526"/>
                  </a:cubicBezTo>
                  <a:cubicBezTo>
                    <a:pt x="625" y="1526"/>
                    <a:pt x="772" y="1472"/>
                    <a:pt x="886" y="1362"/>
                  </a:cubicBezTo>
                  <a:lnTo>
                    <a:pt x="1266" y="982"/>
                  </a:lnTo>
                  <a:cubicBezTo>
                    <a:pt x="1493" y="755"/>
                    <a:pt x="1493" y="392"/>
                    <a:pt x="1266" y="164"/>
                  </a:cubicBezTo>
                  <a:cubicBezTo>
                    <a:pt x="1156" y="55"/>
                    <a:pt x="1011" y="0"/>
                    <a:pt x="864"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10" name="Google Shape;1297;p65">
              <a:extLst>
                <a:ext uri="{FF2B5EF4-FFF2-40B4-BE49-F238E27FC236}">
                  <a16:creationId xmlns:a16="http://schemas.microsoft.com/office/drawing/2014/main" id="{8BC72093-FD1F-A5CB-4FED-81C1430C3C1B}"/>
                </a:ext>
              </a:extLst>
            </p:cNvPr>
            <p:cNvSpPr/>
            <p:nvPr/>
          </p:nvSpPr>
          <p:spPr>
            <a:xfrm>
              <a:off x="3351350" y="4956650"/>
              <a:ext cx="37325" cy="38200"/>
            </a:xfrm>
            <a:custGeom>
              <a:avLst/>
              <a:gdLst/>
              <a:ahLst/>
              <a:cxnLst/>
              <a:rect l="l" t="t" r="r" b="b"/>
              <a:pathLst>
                <a:path w="1493" h="1528" extrusionOk="0">
                  <a:moveTo>
                    <a:pt x="1015" y="1"/>
                  </a:moveTo>
                  <a:cubicBezTo>
                    <a:pt x="869" y="1"/>
                    <a:pt x="721" y="56"/>
                    <a:pt x="607" y="165"/>
                  </a:cubicBezTo>
                  <a:lnTo>
                    <a:pt x="228" y="553"/>
                  </a:lnTo>
                  <a:cubicBezTo>
                    <a:pt x="0" y="772"/>
                    <a:pt x="0" y="1135"/>
                    <a:pt x="228" y="1363"/>
                  </a:cubicBezTo>
                  <a:cubicBezTo>
                    <a:pt x="338" y="1472"/>
                    <a:pt x="483" y="1527"/>
                    <a:pt x="630" y="1527"/>
                  </a:cubicBezTo>
                  <a:cubicBezTo>
                    <a:pt x="776" y="1527"/>
                    <a:pt x="924" y="1472"/>
                    <a:pt x="1037" y="1363"/>
                  </a:cubicBezTo>
                  <a:lnTo>
                    <a:pt x="1358" y="1042"/>
                  </a:lnTo>
                  <a:cubicBezTo>
                    <a:pt x="1383" y="1008"/>
                    <a:pt x="1383" y="966"/>
                    <a:pt x="1358" y="933"/>
                  </a:cubicBezTo>
                  <a:cubicBezTo>
                    <a:pt x="1341" y="916"/>
                    <a:pt x="1320" y="907"/>
                    <a:pt x="1299" y="907"/>
                  </a:cubicBezTo>
                  <a:cubicBezTo>
                    <a:pt x="1278" y="907"/>
                    <a:pt x="1257" y="916"/>
                    <a:pt x="1240" y="933"/>
                  </a:cubicBezTo>
                  <a:lnTo>
                    <a:pt x="928" y="1245"/>
                  </a:lnTo>
                  <a:cubicBezTo>
                    <a:pt x="848" y="1329"/>
                    <a:pt x="740" y="1371"/>
                    <a:pt x="633" y="1371"/>
                  </a:cubicBezTo>
                  <a:cubicBezTo>
                    <a:pt x="525" y="1371"/>
                    <a:pt x="418" y="1329"/>
                    <a:pt x="338" y="1245"/>
                  </a:cubicBezTo>
                  <a:cubicBezTo>
                    <a:pt x="177" y="1084"/>
                    <a:pt x="177" y="823"/>
                    <a:pt x="338" y="663"/>
                  </a:cubicBezTo>
                  <a:lnTo>
                    <a:pt x="725" y="275"/>
                  </a:lnTo>
                  <a:cubicBezTo>
                    <a:pt x="806" y="195"/>
                    <a:pt x="911" y="155"/>
                    <a:pt x="1016" y="155"/>
                  </a:cubicBezTo>
                  <a:cubicBezTo>
                    <a:pt x="1122" y="155"/>
                    <a:pt x="1227" y="195"/>
                    <a:pt x="1307" y="275"/>
                  </a:cubicBezTo>
                  <a:cubicBezTo>
                    <a:pt x="1324" y="292"/>
                    <a:pt x="1333" y="300"/>
                    <a:pt x="1341" y="317"/>
                  </a:cubicBezTo>
                  <a:cubicBezTo>
                    <a:pt x="1355" y="336"/>
                    <a:pt x="1377" y="347"/>
                    <a:pt x="1400" y="347"/>
                  </a:cubicBezTo>
                  <a:cubicBezTo>
                    <a:pt x="1418" y="347"/>
                    <a:pt x="1436" y="340"/>
                    <a:pt x="1451" y="325"/>
                  </a:cubicBezTo>
                  <a:cubicBezTo>
                    <a:pt x="1484" y="300"/>
                    <a:pt x="1493" y="250"/>
                    <a:pt x="1468" y="216"/>
                  </a:cubicBezTo>
                  <a:cubicBezTo>
                    <a:pt x="1451" y="199"/>
                    <a:pt x="1434" y="182"/>
                    <a:pt x="1417" y="165"/>
                  </a:cubicBezTo>
                  <a:cubicBezTo>
                    <a:pt x="1307" y="56"/>
                    <a:pt x="1162" y="1"/>
                    <a:pt x="1015"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grpSp>
        <p:nvGrpSpPr>
          <p:cNvPr id="12" name="Group 11">
            <a:extLst>
              <a:ext uri="{FF2B5EF4-FFF2-40B4-BE49-F238E27FC236}">
                <a16:creationId xmlns:a16="http://schemas.microsoft.com/office/drawing/2014/main" id="{28721DAB-736C-1968-6B6A-539C41F8E6B6}"/>
              </a:ext>
            </a:extLst>
          </p:cNvPr>
          <p:cNvGrpSpPr/>
          <p:nvPr/>
        </p:nvGrpSpPr>
        <p:grpSpPr>
          <a:xfrm>
            <a:off x="11756521" y="2430683"/>
            <a:ext cx="187962" cy="178865"/>
            <a:chOff x="3605859" y="3727461"/>
            <a:chExt cx="187962" cy="178865"/>
          </a:xfrm>
        </p:grpSpPr>
        <p:sp>
          <p:nvSpPr>
            <p:cNvPr id="16" name="Google Shape;1296;p65">
              <a:extLst>
                <a:ext uri="{FF2B5EF4-FFF2-40B4-BE49-F238E27FC236}">
                  <a16:creationId xmlns:a16="http://schemas.microsoft.com/office/drawing/2014/main" id="{CB37A20D-ABC2-BF20-4D69-074A9DD70FE8}"/>
                </a:ext>
              </a:extLst>
            </p:cNvPr>
            <p:cNvSpPr/>
            <p:nvPr/>
          </p:nvSpPr>
          <p:spPr>
            <a:xfrm>
              <a:off x="3678638" y="3727461"/>
              <a:ext cx="115183" cy="117727"/>
            </a:xfrm>
            <a:custGeom>
              <a:avLst/>
              <a:gdLst/>
              <a:ahLst/>
              <a:cxnLst/>
              <a:rect l="l" t="t" r="r" b="b"/>
              <a:pathLst>
                <a:path w="1494" h="1527" extrusionOk="0">
                  <a:moveTo>
                    <a:pt x="864" y="0"/>
                  </a:moveTo>
                  <a:cubicBezTo>
                    <a:pt x="717" y="0"/>
                    <a:pt x="570" y="55"/>
                    <a:pt x="456" y="164"/>
                  </a:cubicBezTo>
                  <a:lnTo>
                    <a:pt x="144" y="485"/>
                  </a:lnTo>
                  <a:cubicBezTo>
                    <a:pt x="110" y="519"/>
                    <a:pt x="110" y="569"/>
                    <a:pt x="144" y="595"/>
                  </a:cubicBezTo>
                  <a:cubicBezTo>
                    <a:pt x="157" y="611"/>
                    <a:pt x="176" y="620"/>
                    <a:pt x="196" y="620"/>
                  </a:cubicBezTo>
                  <a:cubicBezTo>
                    <a:pt x="216" y="620"/>
                    <a:pt x="237" y="611"/>
                    <a:pt x="254" y="595"/>
                  </a:cubicBezTo>
                  <a:lnTo>
                    <a:pt x="566" y="283"/>
                  </a:lnTo>
                  <a:cubicBezTo>
                    <a:pt x="646" y="202"/>
                    <a:pt x="753" y="162"/>
                    <a:pt x="861" y="162"/>
                  </a:cubicBezTo>
                  <a:cubicBezTo>
                    <a:pt x="968" y="162"/>
                    <a:pt x="1076" y="202"/>
                    <a:pt x="1156" y="283"/>
                  </a:cubicBezTo>
                  <a:cubicBezTo>
                    <a:pt x="1316" y="443"/>
                    <a:pt x="1316" y="704"/>
                    <a:pt x="1156" y="864"/>
                  </a:cubicBezTo>
                  <a:lnTo>
                    <a:pt x="777" y="1252"/>
                  </a:lnTo>
                  <a:cubicBezTo>
                    <a:pt x="692" y="1332"/>
                    <a:pt x="585" y="1373"/>
                    <a:pt x="478" y="1373"/>
                  </a:cubicBezTo>
                  <a:cubicBezTo>
                    <a:pt x="372" y="1373"/>
                    <a:pt x="266" y="1332"/>
                    <a:pt x="186" y="1252"/>
                  </a:cubicBezTo>
                  <a:cubicBezTo>
                    <a:pt x="178" y="1235"/>
                    <a:pt x="161" y="1227"/>
                    <a:pt x="152" y="1210"/>
                  </a:cubicBezTo>
                  <a:cubicBezTo>
                    <a:pt x="138" y="1191"/>
                    <a:pt x="116" y="1180"/>
                    <a:pt x="93" y="1180"/>
                  </a:cubicBezTo>
                  <a:cubicBezTo>
                    <a:pt x="76" y="1180"/>
                    <a:pt x="58" y="1187"/>
                    <a:pt x="43" y="1202"/>
                  </a:cubicBezTo>
                  <a:cubicBezTo>
                    <a:pt x="9" y="1227"/>
                    <a:pt x="1" y="1278"/>
                    <a:pt x="26" y="1311"/>
                  </a:cubicBezTo>
                  <a:cubicBezTo>
                    <a:pt x="43" y="1328"/>
                    <a:pt x="60" y="1345"/>
                    <a:pt x="77" y="1362"/>
                  </a:cubicBezTo>
                  <a:cubicBezTo>
                    <a:pt x="186" y="1472"/>
                    <a:pt x="332" y="1526"/>
                    <a:pt x="478" y="1526"/>
                  </a:cubicBezTo>
                  <a:cubicBezTo>
                    <a:pt x="625" y="1526"/>
                    <a:pt x="772" y="1472"/>
                    <a:pt x="886" y="1362"/>
                  </a:cubicBezTo>
                  <a:lnTo>
                    <a:pt x="1266" y="982"/>
                  </a:lnTo>
                  <a:cubicBezTo>
                    <a:pt x="1493" y="755"/>
                    <a:pt x="1493" y="392"/>
                    <a:pt x="1266" y="164"/>
                  </a:cubicBezTo>
                  <a:cubicBezTo>
                    <a:pt x="1156" y="55"/>
                    <a:pt x="1011" y="0"/>
                    <a:pt x="864" y="0"/>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kern="0">
                <a:solidFill>
                  <a:schemeClr val="bg2"/>
                </a:solidFill>
                <a:latin typeface="Aptos" pitchFamily="2" charset="77"/>
                <a:cs typeface="Arial"/>
                <a:sym typeface="Arial"/>
              </a:endParaRPr>
            </a:p>
          </p:txBody>
        </p:sp>
        <p:sp>
          <p:nvSpPr>
            <p:cNvPr id="17" name="Google Shape;1297;p65">
              <a:extLst>
                <a:ext uri="{FF2B5EF4-FFF2-40B4-BE49-F238E27FC236}">
                  <a16:creationId xmlns:a16="http://schemas.microsoft.com/office/drawing/2014/main" id="{6F179608-B958-1056-73B5-CF263396880C}"/>
                </a:ext>
              </a:extLst>
            </p:cNvPr>
            <p:cNvSpPr/>
            <p:nvPr/>
          </p:nvSpPr>
          <p:spPr>
            <a:xfrm>
              <a:off x="3605859" y="3788522"/>
              <a:ext cx="115106" cy="117804"/>
            </a:xfrm>
            <a:custGeom>
              <a:avLst/>
              <a:gdLst/>
              <a:ahLst/>
              <a:cxnLst/>
              <a:rect l="l" t="t" r="r" b="b"/>
              <a:pathLst>
                <a:path w="1493" h="1528" extrusionOk="0">
                  <a:moveTo>
                    <a:pt x="1015" y="1"/>
                  </a:moveTo>
                  <a:cubicBezTo>
                    <a:pt x="869" y="1"/>
                    <a:pt x="721" y="56"/>
                    <a:pt x="607" y="165"/>
                  </a:cubicBezTo>
                  <a:lnTo>
                    <a:pt x="228" y="553"/>
                  </a:lnTo>
                  <a:cubicBezTo>
                    <a:pt x="0" y="772"/>
                    <a:pt x="0" y="1135"/>
                    <a:pt x="228" y="1363"/>
                  </a:cubicBezTo>
                  <a:cubicBezTo>
                    <a:pt x="338" y="1472"/>
                    <a:pt x="483" y="1527"/>
                    <a:pt x="630" y="1527"/>
                  </a:cubicBezTo>
                  <a:cubicBezTo>
                    <a:pt x="776" y="1527"/>
                    <a:pt x="924" y="1472"/>
                    <a:pt x="1037" y="1363"/>
                  </a:cubicBezTo>
                  <a:lnTo>
                    <a:pt x="1358" y="1042"/>
                  </a:lnTo>
                  <a:cubicBezTo>
                    <a:pt x="1383" y="1008"/>
                    <a:pt x="1383" y="966"/>
                    <a:pt x="1358" y="933"/>
                  </a:cubicBezTo>
                  <a:cubicBezTo>
                    <a:pt x="1341" y="916"/>
                    <a:pt x="1320" y="907"/>
                    <a:pt x="1299" y="907"/>
                  </a:cubicBezTo>
                  <a:cubicBezTo>
                    <a:pt x="1278" y="907"/>
                    <a:pt x="1257" y="916"/>
                    <a:pt x="1240" y="933"/>
                  </a:cubicBezTo>
                  <a:lnTo>
                    <a:pt x="928" y="1245"/>
                  </a:lnTo>
                  <a:cubicBezTo>
                    <a:pt x="848" y="1329"/>
                    <a:pt x="740" y="1371"/>
                    <a:pt x="633" y="1371"/>
                  </a:cubicBezTo>
                  <a:cubicBezTo>
                    <a:pt x="525" y="1371"/>
                    <a:pt x="418" y="1329"/>
                    <a:pt x="338" y="1245"/>
                  </a:cubicBezTo>
                  <a:cubicBezTo>
                    <a:pt x="177" y="1084"/>
                    <a:pt x="177" y="823"/>
                    <a:pt x="338" y="663"/>
                  </a:cubicBezTo>
                  <a:lnTo>
                    <a:pt x="725" y="275"/>
                  </a:lnTo>
                  <a:cubicBezTo>
                    <a:pt x="806" y="195"/>
                    <a:pt x="911" y="155"/>
                    <a:pt x="1016" y="155"/>
                  </a:cubicBezTo>
                  <a:cubicBezTo>
                    <a:pt x="1122" y="155"/>
                    <a:pt x="1227" y="195"/>
                    <a:pt x="1307" y="275"/>
                  </a:cubicBezTo>
                  <a:cubicBezTo>
                    <a:pt x="1324" y="292"/>
                    <a:pt x="1333" y="300"/>
                    <a:pt x="1341" y="317"/>
                  </a:cubicBezTo>
                  <a:cubicBezTo>
                    <a:pt x="1355" y="336"/>
                    <a:pt x="1377" y="347"/>
                    <a:pt x="1400" y="347"/>
                  </a:cubicBezTo>
                  <a:cubicBezTo>
                    <a:pt x="1418" y="347"/>
                    <a:pt x="1436" y="340"/>
                    <a:pt x="1451" y="325"/>
                  </a:cubicBezTo>
                  <a:cubicBezTo>
                    <a:pt x="1484" y="300"/>
                    <a:pt x="1493" y="250"/>
                    <a:pt x="1468" y="216"/>
                  </a:cubicBezTo>
                  <a:cubicBezTo>
                    <a:pt x="1451" y="199"/>
                    <a:pt x="1434" y="182"/>
                    <a:pt x="1417" y="165"/>
                  </a:cubicBezTo>
                  <a:cubicBezTo>
                    <a:pt x="1307" y="56"/>
                    <a:pt x="1162" y="1"/>
                    <a:pt x="1015" y="1"/>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kern="0">
                <a:solidFill>
                  <a:schemeClr val="bg2"/>
                </a:solidFill>
                <a:latin typeface="Aptos" pitchFamily="2" charset="77"/>
                <a:cs typeface="Arial"/>
                <a:sym typeface="Arial"/>
              </a:endParaRPr>
            </a:p>
          </p:txBody>
        </p:sp>
      </p:grpSp>
      <p:sp>
        <p:nvSpPr>
          <p:cNvPr id="18" name="Rectangle 17">
            <a:hlinkClick r:id="rId3"/>
            <a:extLst>
              <a:ext uri="{FF2B5EF4-FFF2-40B4-BE49-F238E27FC236}">
                <a16:creationId xmlns:a16="http://schemas.microsoft.com/office/drawing/2014/main" id="{27E260C3-F8E6-BEEE-5F84-2A58B82C64C2}"/>
              </a:ext>
            </a:extLst>
          </p:cNvPr>
          <p:cNvSpPr/>
          <p:nvPr/>
        </p:nvSpPr>
        <p:spPr>
          <a:xfrm flipV="1">
            <a:off x="10034459" y="2307688"/>
            <a:ext cx="2155955" cy="386495"/>
          </a:xfrm>
          <a:prstGeom prst="rect">
            <a:avLst/>
          </a:prstGeom>
          <a:noFill/>
          <a:ln>
            <a:solidFill>
              <a:schemeClr val="accent1">
                <a:shade val="1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a:p>
            <a:pPr algn="ctr"/>
            <a:endParaRPr lang="en-US">
              <a:solidFill>
                <a:schemeClr val="bg2"/>
              </a:solidFill>
            </a:endParaRPr>
          </a:p>
          <a:p>
            <a:pPr algn="ctr"/>
            <a:endParaRPr lang="en-US">
              <a:solidFill>
                <a:schemeClr val="bg2"/>
              </a:solidFill>
            </a:endParaRPr>
          </a:p>
          <a:p>
            <a:pPr algn="ctr"/>
            <a:endParaRPr lang="en-US">
              <a:solidFill>
                <a:schemeClr val="bg2"/>
              </a:solidFill>
            </a:endParaRPr>
          </a:p>
          <a:p>
            <a:pPr algn="ctr"/>
            <a:endParaRPr lang="en-US">
              <a:solidFill>
                <a:schemeClr val="bg2"/>
              </a:solidFill>
            </a:endParaRPr>
          </a:p>
          <a:p>
            <a:pPr algn="ctr"/>
            <a:endParaRPr lang="en-US">
              <a:solidFill>
                <a:schemeClr val="bg2"/>
              </a:solidFill>
            </a:endParaRPr>
          </a:p>
          <a:p>
            <a:pPr algn="ctr"/>
            <a:endParaRPr lang="en-US">
              <a:solidFill>
                <a:schemeClr val="bg2"/>
              </a:solidFill>
            </a:endParaRPr>
          </a:p>
          <a:p>
            <a:pPr algn="ctr"/>
            <a:endParaRPr lang="en-US">
              <a:solidFill>
                <a:schemeClr val="bg2"/>
              </a:solidFill>
            </a:endParaRPr>
          </a:p>
          <a:p>
            <a:pPr algn="ctr"/>
            <a:endParaRPr lang="en-US">
              <a:solidFill>
                <a:schemeClr val="bg2"/>
              </a:solidFill>
            </a:endParaRPr>
          </a:p>
          <a:p>
            <a:pPr algn="ctr"/>
            <a:endParaRPr lang="en-US">
              <a:solidFill>
                <a:schemeClr val="bg2"/>
              </a:solidFill>
            </a:endParaRPr>
          </a:p>
          <a:p>
            <a:pPr algn="ctr"/>
            <a:endParaRPr lang="en-US">
              <a:solidFill>
                <a:schemeClr val="bg2"/>
              </a:solidFill>
            </a:endParaRPr>
          </a:p>
          <a:p>
            <a:pPr algn="ctr"/>
            <a:endParaRPr lang="en-US">
              <a:solidFill>
                <a:schemeClr val="bg2"/>
              </a:solidFill>
            </a:endParaRPr>
          </a:p>
          <a:p>
            <a:pPr algn="ctr"/>
            <a:endParaRPr lang="en-US">
              <a:solidFill>
                <a:schemeClr val="bg2"/>
              </a:solidFill>
            </a:endParaRPr>
          </a:p>
          <a:p>
            <a:pPr algn="ctr"/>
            <a:endParaRPr lang="en-US">
              <a:solidFill>
                <a:schemeClr val="bg2"/>
              </a:solidFill>
            </a:endParaRPr>
          </a:p>
          <a:p>
            <a:pPr algn="ctr"/>
            <a:endParaRPr lang="en-US">
              <a:solidFill>
                <a:schemeClr val="bg2"/>
              </a:solidFill>
            </a:endParaRPr>
          </a:p>
          <a:p>
            <a:pPr algn="ctr"/>
            <a:endParaRPr lang="en-US">
              <a:solidFill>
                <a:schemeClr val="bg2"/>
              </a:solidFill>
            </a:endParaRPr>
          </a:p>
          <a:p>
            <a:pPr algn="ctr"/>
            <a:endParaRPr lang="en-US">
              <a:solidFill>
                <a:schemeClr val="bg2"/>
              </a:solidFill>
            </a:endParaRPr>
          </a:p>
          <a:p>
            <a:pPr algn="ctr"/>
            <a:endParaRPr lang="en-US">
              <a:solidFill>
                <a:schemeClr val="bg2"/>
              </a:solidFill>
            </a:endParaRPr>
          </a:p>
        </p:txBody>
      </p:sp>
      <p:sp>
        <p:nvSpPr>
          <p:cNvPr id="19" name="Rectangle 18">
            <a:hlinkClick r:id="rId4"/>
            <a:extLst>
              <a:ext uri="{FF2B5EF4-FFF2-40B4-BE49-F238E27FC236}">
                <a16:creationId xmlns:a16="http://schemas.microsoft.com/office/drawing/2014/main" id="{291CA8B2-6993-D380-F75C-70D5FE8E0BF9}"/>
              </a:ext>
            </a:extLst>
          </p:cNvPr>
          <p:cNvSpPr/>
          <p:nvPr/>
        </p:nvSpPr>
        <p:spPr>
          <a:xfrm flipV="1">
            <a:off x="638071" y="6083027"/>
            <a:ext cx="4276731" cy="303651"/>
          </a:xfrm>
          <a:prstGeom prst="rect">
            <a:avLst/>
          </a:prstGeom>
          <a:noFill/>
          <a:ln>
            <a:solidFill>
              <a:schemeClr val="accent1">
                <a:shade val="1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a:p>
            <a:pPr algn="ctr"/>
            <a:endParaRPr lang="en-US">
              <a:solidFill>
                <a:schemeClr val="tx1"/>
              </a:solidFill>
            </a:endParaRPr>
          </a:p>
        </p:txBody>
      </p:sp>
      <p:sp>
        <p:nvSpPr>
          <p:cNvPr id="20" name="TextBox 19">
            <a:extLst>
              <a:ext uri="{FF2B5EF4-FFF2-40B4-BE49-F238E27FC236}">
                <a16:creationId xmlns:a16="http://schemas.microsoft.com/office/drawing/2014/main" id="{32760220-6CD9-2970-740E-E08C4FF720FA}"/>
              </a:ext>
            </a:extLst>
          </p:cNvPr>
          <p:cNvSpPr txBox="1"/>
          <p:nvPr/>
        </p:nvSpPr>
        <p:spPr>
          <a:xfrm>
            <a:off x="9987392" y="2360314"/>
            <a:ext cx="1972088" cy="307777"/>
          </a:xfrm>
          <a:prstGeom prst="rect">
            <a:avLst/>
          </a:prstGeom>
          <a:noFill/>
        </p:spPr>
        <p:txBody>
          <a:bodyPr wrap="square">
            <a:spAutoFit/>
          </a:bodyPr>
          <a:lstStyle/>
          <a:p>
            <a:r>
              <a:rPr lang="en-US" sz="1400" dirty="0">
                <a:solidFill>
                  <a:schemeClr val="bg2"/>
                </a:solidFill>
                <a:latin typeface="Aptos" pitchFamily="2" charset="77"/>
                <a:cs typeface="Aptos" pitchFamily="2" charset="77"/>
              </a:rPr>
              <a:t>Peli’s Agent Factory</a:t>
            </a:r>
          </a:p>
        </p:txBody>
      </p:sp>
      <p:pic>
        <p:nvPicPr>
          <p:cNvPr id="22" name="Picture 21" descr="A screenshot of a computer&#10;&#10;AI-generated content may be incorrect.">
            <a:extLst>
              <a:ext uri="{FF2B5EF4-FFF2-40B4-BE49-F238E27FC236}">
                <a16:creationId xmlns:a16="http://schemas.microsoft.com/office/drawing/2014/main" id="{D40B0167-5D7D-D5E9-95EA-2AA011440825}"/>
              </a:ext>
            </a:extLst>
          </p:cNvPr>
          <p:cNvPicPr>
            <a:picLocks noChangeAspect="1"/>
          </p:cNvPicPr>
          <p:nvPr/>
        </p:nvPicPr>
        <p:blipFill>
          <a:blip r:embed="rId5"/>
          <a:srcRect t="7939" r="4323" b="22475"/>
          <a:stretch>
            <a:fillRect/>
          </a:stretch>
        </p:blipFill>
        <p:spPr>
          <a:xfrm>
            <a:off x="7449554" y="2639791"/>
            <a:ext cx="4696258" cy="3438108"/>
          </a:xfrm>
          <a:prstGeom prst="rect">
            <a:avLst/>
          </a:prstGeom>
        </p:spPr>
      </p:pic>
      <p:pic>
        <p:nvPicPr>
          <p:cNvPr id="25" name="Picture 24">
            <a:extLst>
              <a:ext uri="{FF2B5EF4-FFF2-40B4-BE49-F238E27FC236}">
                <a16:creationId xmlns:a16="http://schemas.microsoft.com/office/drawing/2014/main" id="{CB2A3303-C747-FDC5-AC73-EC2A6241EF79}"/>
              </a:ext>
            </a:extLst>
          </p:cNvPr>
          <p:cNvPicPr>
            <a:picLocks noChangeAspect="1"/>
          </p:cNvPicPr>
          <p:nvPr/>
        </p:nvPicPr>
        <p:blipFill>
          <a:blip r:embed="rId6"/>
          <a:stretch>
            <a:fillRect/>
          </a:stretch>
        </p:blipFill>
        <p:spPr>
          <a:xfrm>
            <a:off x="1400522" y="200430"/>
            <a:ext cx="459040" cy="459040"/>
          </a:xfrm>
          <a:prstGeom prst="rect">
            <a:avLst/>
          </a:prstGeom>
        </p:spPr>
      </p:pic>
      <p:sp>
        <p:nvSpPr>
          <p:cNvPr id="2" name="Text Placeholder 23">
            <a:extLst>
              <a:ext uri="{FF2B5EF4-FFF2-40B4-BE49-F238E27FC236}">
                <a16:creationId xmlns:a16="http://schemas.microsoft.com/office/drawing/2014/main" id="{73E5CC6A-019A-B9AD-8C62-4AEFF33103B2}"/>
              </a:ext>
            </a:extLst>
          </p:cNvPr>
          <p:cNvSpPr txBox="1">
            <a:spLocks/>
          </p:cNvSpPr>
          <p:nvPr/>
        </p:nvSpPr>
        <p:spPr>
          <a:xfrm>
            <a:off x="9844318" y="204905"/>
            <a:ext cx="2301494" cy="333021"/>
          </a:xfrm>
          <a:prstGeom prst="rect">
            <a:avLst/>
          </a:prstGeom>
          <a:noFill/>
          <a:ln w="19050" cap="flat" cmpd="sng">
            <a:noFill/>
            <a:prstDash val="solid"/>
            <a:round/>
            <a:headEnd type="none" w="sm" len="sm"/>
            <a:tailEnd type="none" w="sm" len="sm"/>
          </a:ln>
          <a:effectLst/>
        </p:spPr>
        <p:txBody>
          <a:bodyPr lIns="0" tIns="0" rIns="0" bIns="0" anchor="t" anchorCtr="0">
            <a:noAutofit/>
          </a:bodyPr>
          <a:lstStyle>
            <a:lvl1pPr marL="0" indent="0" algn="l" defTabSz="914049" rtl="0" eaLnBrk="1" latinLnBrk="0" hangingPunct="1">
              <a:lnSpc>
                <a:spcPct val="90000"/>
              </a:lnSpc>
              <a:spcBef>
                <a:spcPts val="1000"/>
              </a:spcBef>
              <a:buFont typeface="Arial" panose="020B0604020202020204" pitchFamily="34" charset="0"/>
              <a:buNone/>
              <a:defRPr sz="1400" b="0" i="0" kern="1200" cap="all" baseline="0">
                <a:solidFill>
                  <a:schemeClr val="bg2"/>
                </a:solidFill>
                <a:latin typeface="Consolas" pitchFamily="2" charset="77"/>
                <a:ea typeface="+mn-ea"/>
                <a:cs typeface="Consolas" pitchFamily="2" charset="77"/>
              </a:defRPr>
            </a:lvl1pPr>
            <a:lvl2pPr marL="457024"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04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073"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09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3635"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66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686"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71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TECHNICAL PREVIEW</a:t>
            </a:r>
          </a:p>
        </p:txBody>
      </p:sp>
    </p:spTree>
    <p:extLst>
      <p:ext uri="{BB962C8B-B14F-4D97-AF65-F5344CB8AC3E}">
        <p14:creationId xmlns:p14="http://schemas.microsoft.com/office/powerpoint/2010/main" val="2287944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50DD7-2AD0-862B-274D-E259C01E8A9A}"/>
            </a:ext>
          </a:extLst>
        </p:cNvPr>
        <p:cNvGrpSpPr/>
        <p:nvPr/>
      </p:nvGrpSpPr>
      <p:grpSpPr>
        <a:xfrm>
          <a:off x="0" y="0"/>
          <a:ext cx="0" cy="0"/>
          <a:chOff x="0" y="0"/>
          <a:chExt cx="0" cy="0"/>
        </a:xfrm>
      </p:grpSpPr>
      <p:sp>
        <p:nvSpPr>
          <p:cNvPr id="84" name="Google Shape;1420;p105">
            <a:extLst>
              <a:ext uri="{FF2B5EF4-FFF2-40B4-BE49-F238E27FC236}">
                <a16:creationId xmlns:a16="http://schemas.microsoft.com/office/drawing/2014/main" id="{9A3BDEF4-5934-039B-F498-4BFEBCA6853F}"/>
              </a:ext>
            </a:extLst>
          </p:cNvPr>
          <p:cNvSpPr/>
          <p:nvPr/>
        </p:nvSpPr>
        <p:spPr>
          <a:xfrm>
            <a:off x="784404" y="422517"/>
            <a:ext cx="2535128" cy="45719"/>
          </a:xfrm>
          <a:prstGeom prst="rect">
            <a:avLst/>
          </a:prstGeom>
          <a:gradFill>
            <a:gsLst>
              <a:gs pos="0">
                <a:srgbClr val="C693FF"/>
              </a:gs>
              <a:gs pos="42000">
                <a:srgbClr val="6533FE"/>
              </a:gs>
              <a:gs pos="69000">
                <a:srgbClr val="0840F0"/>
              </a:gs>
              <a:gs pos="100000">
                <a:srgbClr val="60ED83"/>
              </a:gs>
            </a:gsLst>
            <a:lin ang="0" scaled="0"/>
          </a:gradFill>
          <a:ln>
            <a:noFill/>
          </a:ln>
        </p:spPr>
        <p:txBody>
          <a:bodyPr spcFirstLastPara="1" wrap="square" lIns="91426" tIns="91426" rIns="91426" bIns="91426" anchor="ctr" anchorCtr="0">
            <a:noAutofit/>
          </a:bodyPr>
          <a:lstStyle/>
          <a:p>
            <a:pPr algn="ctr"/>
            <a:endParaRPr/>
          </a:p>
        </p:txBody>
      </p:sp>
      <p:sp>
        <p:nvSpPr>
          <p:cNvPr id="83" name="Rounded Rectangle 82">
            <a:extLst>
              <a:ext uri="{FF2B5EF4-FFF2-40B4-BE49-F238E27FC236}">
                <a16:creationId xmlns:a16="http://schemas.microsoft.com/office/drawing/2014/main" id="{6B0C8B0F-F629-1E23-367E-EC67D8DAD229}"/>
              </a:ext>
            </a:extLst>
          </p:cNvPr>
          <p:cNvSpPr/>
          <p:nvPr/>
        </p:nvSpPr>
        <p:spPr>
          <a:xfrm>
            <a:off x="424817" y="227377"/>
            <a:ext cx="373739" cy="373747"/>
          </a:xfrm>
          <a:prstGeom prst="roundRect">
            <a:avLst/>
          </a:prstGeom>
          <a:solidFill>
            <a:schemeClr val="bg1"/>
          </a:solidFill>
          <a:ln w="25400">
            <a:solidFill>
              <a:srgbClr val="C69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555D8C8-E3D7-B3CE-BEC5-20C159388B04}"/>
              </a:ext>
            </a:extLst>
          </p:cNvPr>
          <p:cNvSpPr txBox="1"/>
          <p:nvPr/>
        </p:nvSpPr>
        <p:spPr>
          <a:xfrm>
            <a:off x="261794" y="2000041"/>
            <a:ext cx="10944606" cy="461665"/>
          </a:xfrm>
          <a:prstGeom prst="rect">
            <a:avLst/>
          </a:prstGeom>
          <a:noFill/>
        </p:spPr>
        <p:txBody>
          <a:bodyPr wrap="square">
            <a:spAutoFit/>
          </a:bodyPr>
          <a:lstStyle/>
          <a:p>
            <a:r>
              <a:rPr lang="fr-FR" sz="2400" dirty="0">
                <a:latin typeface="Aptos" pitchFamily="2" charset="77"/>
                <a:cs typeface="Aptos" pitchFamily="2" charset="77"/>
              </a:rPr>
              <a:t>Découvrez notre collection d'agents pour trouver l'inspiration.</a:t>
            </a:r>
            <a:endParaRPr lang="en-US" sz="2000" dirty="0">
              <a:latin typeface="Aptos" pitchFamily="2" charset="77"/>
              <a:cs typeface="Aptos" pitchFamily="2" charset="77"/>
            </a:endParaRPr>
          </a:p>
        </p:txBody>
      </p:sp>
      <p:sp>
        <p:nvSpPr>
          <p:cNvPr id="70" name="Text Placeholder 18">
            <a:extLst>
              <a:ext uri="{FF2B5EF4-FFF2-40B4-BE49-F238E27FC236}">
                <a16:creationId xmlns:a16="http://schemas.microsoft.com/office/drawing/2014/main" id="{4C70F1E9-E3A5-B78F-27E8-5EE776556B3F}"/>
              </a:ext>
            </a:extLst>
          </p:cNvPr>
          <p:cNvSpPr txBox="1">
            <a:spLocks/>
          </p:cNvSpPr>
          <p:nvPr/>
        </p:nvSpPr>
        <p:spPr>
          <a:xfrm>
            <a:off x="240840" y="1136046"/>
            <a:ext cx="8136102" cy="613292"/>
          </a:xfrm>
          <a:prstGeom prst="rect">
            <a:avLst/>
          </a:prstGeom>
        </p:spPr>
        <p:txBody>
          <a:bodyPr/>
          <a:lst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Aptos"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Aptos"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4000" b="1" dirty="0">
                <a:latin typeface="Aptos" pitchFamily="2" charset="77"/>
                <a:cs typeface="Aptos" pitchFamily="2" charset="77"/>
              </a:rPr>
              <a:t>GitHub Agentic Workflows</a:t>
            </a:r>
          </a:p>
        </p:txBody>
      </p:sp>
      <p:sp>
        <p:nvSpPr>
          <p:cNvPr id="71" name="Google Shape;1420;p105">
            <a:extLst>
              <a:ext uri="{FF2B5EF4-FFF2-40B4-BE49-F238E27FC236}">
                <a16:creationId xmlns:a16="http://schemas.microsoft.com/office/drawing/2014/main" id="{F128AD9D-05D4-399F-DEC1-0FC1C5989461}"/>
              </a:ext>
            </a:extLst>
          </p:cNvPr>
          <p:cNvSpPr/>
          <p:nvPr/>
        </p:nvSpPr>
        <p:spPr>
          <a:xfrm>
            <a:off x="1396144" y="417527"/>
            <a:ext cx="2284082" cy="50709"/>
          </a:xfrm>
          <a:prstGeom prst="rect">
            <a:avLst/>
          </a:prstGeom>
          <a:solidFill>
            <a:schemeClr val="bg1">
              <a:lumMod val="65000"/>
              <a:lumOff val="35000"/>
            </a:schemeClr>
          </a:solidFill>
          <a:ln>
            <a:noFill/>
          </a:ln>
        </p:spPr>
        <p:txBody>
          <a:bodyPr spcFirstLastPara="1" wrap="square" lIns="91426" tIns="91426" rIns="91426" bIns="91426" anchor="ctr" anchorCtr="0">
            <a:noAutofit/>
          </a:bodyPr>
          <a:lstStyle/>
          <a:p>
            <a:pPr algn="ctr"/>
            <a:endParaRPr/>
          </a:p>
        </p:txBody>
      </p:sp>
      <p:sp>
        <p:nvSpPr>
          <p:cNvPr id="72" name="Rounded Rectangle 71">
            <a:extLst>
              <a:ext uri="{FF2B5EF4-FFF2-40B4-BE49-F238E27FC236}">
                <a16:creationId xmlns:a16="http://schemas.microsoft.com/office/drawing/2014/main" id="{CC27454D-C029-32DC-ABE1-3078CD8C4A55}"/>
              </a:ext>
            </a:extLst>
          </p:cNvPr>
          <p:cNvSpPr/>
          <p:nvPr/>
        </p:nvSpPr>
        <p:spPr>
          <a:xfrm>
            <a:off x="3306489"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72">
            <a:extLst>
              <a:ext uri="{FF2B5EF4-FFF2-40B4-BE49-F238E27FC236}">
                <a16:creationId xmlns:a16="http://schemas.microsoft.com/office/drawing/2014/main" id="{7F07BB56-FD51-CA96-4D0F-7C3229BE2845}"/>
              </a:ext>
            </a:extLst>
          </p:cNvPr>
          <p:cNvSpPr/>
          <p:nvPr/>
        </p:nvSpPr>
        <p:spPr>
          <a:xfrm>
            <a:off x="2347685"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5" name="Google Shape;1093;p63">
            <a:extLst>
              <a:ext uri="{FF2B5EF4-FFF2-40B4-BE49-F238E27FC236}">
                <a16:creationId xmlns:a16="http://schemas.microsoft.com/office/drawing/2014/main" id="{3F46D1D5-658B-33A6-B5D1-7E2B25DC580D}"/>
              </a:ext>
              <a:ext uri="{C183D7F6-B498-43B3-948B-1728B52AA6E4}">
                <adec:decorative xmlns:adec="http://schemas.microsoft.com/office/drawing/2017/decorative" val="1"/>
              </a:ext>
            </a:extLst>
          </p:cNvPr>
          <p:cNvGrpSpPr/>
          <p:nvPr/>
        </p:nvGrpSpPr>
        <p:grpSpPr>
          <a:xfrm>
            <a:off x="489502" y="276904"/>
            <a:ext cx="257028" cy="242690"/>
            <a:chOff x="4372769" y="2910304"/>
            <a:chExt cx="56755" cy="52725"/>
          </a:xfrm>
          <a:solidFill>
            <a:schemeClr val="tx1"/>
          </a:solidFill>
        </p:grpSpPr>
        <p:sp>
          <p:nvSpPr>
            <p:cNvPr id="76" name="Google Shape;1094;p63">
              <a:extLst>
                <a:ext uri="{FF2B5EF4-FFF2-40B4-BE49-F238E27FC236}">
                  <a16:creationId xmlns:a16="http://schemas.microsoft.com/office/drawing/2014/main" id="{4BC80288-705E-9A14-1733-6C343ECDFDDB}"/>
                </a:ext>
              </a:extLst>
            </p:cNvPr>
            <p:cNvSpPr/>
            <p:nvPr/>
          </p:nvSpPr>
          <p:spPr>
            <a:xfrm>
              <a:off x="4372769" y="2910304"/>
              <a:ext cx="51900" cy="52725"/>
            </a:xfrm>
            <a:custGeom>
              <a:avLst/>
              <a:gdLst/>
              <a:ahLst/>
              <a:cxnLst/>
              <a:rect l="l" t="t" r="r" b="b"/>
              <a:pathLst>
                <a:path w="2076" h="2109" extrusionOk="0">
                  <a:moveTo>
                    <a:pt x="77" y="0"/>
                  </a:moveTo>
                  <a:cubicBezTo>
                    <a:pt x="34" y="0"/>
                    <a:pt x="1" y="34"/>
                    <a:pt x="1" y="76"/>
                  </a:cubicBezTo>
                  <a:lnTo>
                    <a:pt x="1" y="2033"/>
                  </a:lnTo>
                  <a:cubicBezTo>
                    <a:pt x="1" y="2075"/>
                    <a:pt x="34" y="2109"/>
                    <a:pt x="77" y="2109"/>
                  </a:cubicBezTo>
                  <a:lnTo>
                    <a:pt x="1999" y="2109"/>
                  </a:lnTo>
                  <a:cubicBezTo>
                    <a:pt x="2041" y="2109"/>
                    <a:pt x="2075" y="2075"/>
                    <a:pt x="2075" y="2033"/>
                  </a:cubicBezTo>
                  <a:cubicBezTo>
                    <a:pt x="2075" y="1982"/>
                    <a:pt x="2041" y="1948"/>
                    <a:pt x="1999" y="1948"/>
                  </a:cubicBezTo>
                  <a:lnTo>
                    <a:pt x="152" y="1948"/>
                  </a:lnTo>
                  <a:lnTo>
                    <a:pt x="152" y="76"/>
                  </a:lnTo>
                  <a:cubicBezTo>
                    <a:pt x="152" y="34"/>
                    <a:pt x="119" y="0"/>
                    <a:pt x="77"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sp>
          <p:nvSpPr>
            <p:cNvPr id="77" name="Google Shape;1095;p63">
              <a:extLst>
                <a:ext uri="{FF2B5EF4-FFF2-40B4-BE49-F238E27FC236}">
                  <a16:creationId xmlns:a16="http://schemas.microsoft.com/office/drawing/2014/main" id="{0D73A54A-797E-DF92-B166-725FA9FF784D}"/>
                </a:ext>
              </a:extLst>
            </p:cNvPr>
            <p:cNvSpPr/>
            <p:nvPr/>
          </p:nvSpPr>
          <p:spPr>
            <a:xfrm>
              <a:off x="4381625" y="2922100"/>
              <a:ext cx="47900" cy="25125"/>
            </a:xfrm>
            <a:custGeom>
              <a:avLst/>
              <a:gdLst/>
              <a:ahLst/>
              <a:cxnLst/>
              <a:rect l="l" t="t" r="r" b="b"/>
              <a:pathLst>
                <a:path w="1916" h="1005" extrusionOk="0">
                  <a:moveTo>
                    <a:pt x="1831" y="1"/>
                  </a:moveTo>
                  <a:cubicBezTo>
                    <a:pt x="1810" y="1"/>
                    <a:pt x="1789" y="9"/>
                    <a:pt x="1772" y="26"/>
                  </a:cubicBezTo>
                  <a:lnTo>
                    <a:pt x="1173" y="633"/>
                  </a:lnTo>
                  <a:lnTo>
                    <a:pt x="777" y="237"/>
                  </a:lnTo>
                  <a:cubicBezTo>
                    <a:pt x="764" y="220"/>
                    <a:pt x="745" y="212"/>
                    <a:pt x="725" y="212"/>
                  </a:cubicBezTo>
                  <a:cubicBezTo>
                    <a:pt x="705" y="212"/>
                    <a:pt x="684" y="220"/>
                    <a:pt x="667" y="237"/>
                  </a:cubicBezTo>
                  <a:lnTo>
                    <a:pt x="35" y="869"/>
                  </a:lnTo>
                  <a:cubicBezTo>
                    <a:pt x="1" y="903"/>
                    <a:pt x="1" y="954"/>
                    <a:pt x="35" y="979"/>
                  </a:cubicBezTo>
                  <a:cubicBezTo>
                    <a:pt x="51" y="996"/>
                    <a:pt x="73" y="1004"/>
                    <a:pt x="93" y="1004"/>
                  </a:cubicBezTo>
                  <a:cubicBezTo>
                    <a:pt x="113" y="1004"/>
                    <a:pt x="132" y="996"/>
                    <a:pt x="144" y="979"/>
                  </a:cubicBezTo>
                  <a:lnTo>
                    <a:pt x="726" y="405"/>
                  </a:lnTo>
                  <a:lnTo>
                    <a:pt x="1114" y="793"/>
                  </a:lnTo>
                  <a:cubicBezTo>
                    <a:pt x="1131" y="810"/>
                    <a:pt x="1152" y="819"/>
                    <a:pt x="1172" y="819"/>
                  </a:cubicBezTo>
                  <a:cubicBezTo>
                    <a:pt x="1192" y="819"/>
                    <a:pt x="1211" y="810"/>
                    <a:pt x="1224" y="793"/>
                  </a:cubicBezTo>
                  <a:lnTo>
                    <a:pt x="1890" y="136"/>
                  </a:lnTo>
                  <a:cubicBezTo>
                    <a:pt x="1915" y="110"/>
                    <a:pt x="1915" y="60"/>
                    <a:pt x="1890" y="26"/>
                  </a:cubicBezTo>
                  <a:cubicBezTo>
                    <a:pt x="1873" y="9"/>
                    <a:pt x="1852" y="1"/>
                    <a:pt x="1831"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grpSp>
      <p:sp>
        <p:nvSpPr>
          <p:cNvPr id="79" name="Google Shape;1266;p65">
            <a:extLst>
              <a:ext uri="{FF2B5EF4-FFF2-40B4-BE49-F238E27FC236}">
                <a16:creationId xmlns:a16="http://schemas.microsoft.com/office/drawing/2014/main" id="{AD1EA1DA-6AD3-6DA4-FA66-5D36922F3CE1}"/>
              </a:ext>
            </a:extLst>
          </p:cNvPr>
          <p:cNvSpPr/>
          <p:nvPr/>
        </p:nvSpPr>
        <p:spPr>
          <a:xfrm>
            <a:off x="3406025" y="348631"/>
            <a:ext cx="192542" cy="195814"/>
          </a:xfrm>
          <a:custGeom>
            <a:avLst/>
            <a:gdLst/>
            <a:ahLst/>
            <a:cxnLst/>
            <a:rect l="l" t="t" r="r" b="b"/>
            <a:pathLst>
              <a:path w="1687" h="1688" extrusionOk="0">
                <a:moveTo>
                  <a:pt x="177" y="1"/>
                </a:moveTo>
                <a:cubicBezTo>
                  <a:pt x="76" y="1"/>
                  <a:pt x="0" y="76"/>
                  <a:pt x="0" y="178"/>
                </a:cubicBezTo>
                <a:lnTo>
                  <a:pt x="0" y="1181"/>
                </a:lnTo>
                <a:cubicBezTo>
                  <a:pt x="0" y="1282"/>
                  <a:pt x="76" y="1367"/>
                  <a:pt x="177" y="1367"/>
                </a:cubicBezTo>
                <a:lnTo>
                  <a:pt x="312" y="1367"/>
                </a:lnTo>
                <a:lnTo>
                  <a:pt x="312" y="1527"/>
                </a:lnTo>
                <a:cubicBezTo>
                  <a:pt x="312" y="1611"/>
                  <a:pt x="380" y="1687"/>
                  <a:pt x="464" y="1687"/>
                </a:cubicBezTo>
                <a:cubicBezTo>
                  <a:pt x="506" y="1687"/>
                  <a:pt x="549" y="1670"/>
                  <a:pt x="574" y="1637"/>
                </a:cubicBezTo>
                <a:lnTo>
                  <a:pt x="844" y="1367"/>
                </a:lnTo>
                <a:lnTo>
                  <a:pt x="1501" y="1367"/>
                </a:lnTo>
                <a:cubicBezTo>
                  <a:pt x="1603" y="1367"/>
                  <a:pt x="1687" y="1282"/>
                  <a:pt x="1687" y="1181"/>
                </a:cubicBezTo>
                <a:lnTo>
                  <a:pt x="1687" y="178"/>
                </a:lnTo>
                <a:cubicBezTo>
                  <a:pt x="1687" y="76"/>
                  <a:pt x="1603" y="1"/>
                  <a:pt x="1501" y="1"/>
                </a:cubicBezTo>
                <a:close/>
                <a:moveTo>
                  <a:pt x="152" y="178"/>
                </a:moveTo>
                <a:cubicBezTo>
                  <a:pt x="152" y="169"/>
                  <a:pt x="169" y="152"/>
                  <a:pt x="177" y="152"/>
                </a:cubicBezTo>
                <a:lnTo>
                  <a:pt x="1501" y="152"/>
                </a:lnTo>
                <a:cubicBezTo>
                  <a:pt x="1510" y="152"/>
                  <a:pt x="1527" y="169"/>
                  <a:pt x="1527" y="178"/>
                </a:cubicBezTo>
                <a:lnTo>
                  <a:pt x="1527" y="1181"/>
                </a:lnTo>
                <a:cubicBezTo>
                  <a:pt x="1527" y="1198"/>
                  <a:pt x="1510" y="1206"/>
                  <a:pt x="1501" y="1206"/>
                </a:cubicBezTo>
                <a:lnTo>
                  <a:pt x="810" y="1206"/>
                </a:lnTo>
                <a:cubicBezTo>
                  <a:pt x="793" y="1206"/>
                  <a:pt x="776" y="1215"/>
                  <a:pt x="759" y="1232"/>
                </a:cubicBezTo>
                <a:lnTo>
                  <a:pt x="473" y="1518"/>
                </a:lnTo>
                <a:lnTo>
                  <a:pt x="473" y="1291"/>
                </a:lnTo>
                <a:cubicBezTo>
                  <a:pt x="473" y="1249"/>
                  <a:pt x="439" y="1206"/>
                  <a:pt x="388" y="1206"/>
                </a:cubicBezTo>
                <a:lnTo>
                  <a:pt x="177" y="1206"/>
                </a:lnTo>
                <a:cubicBezTo>
                  <a:pt x="169" y="1206"/>
                  <a:pt x="152" y="1198"/>
                  <a:pt x="152" y="1181"/>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nvGrpSpPr>
          <p:cNvPr id="80" name="Group 79">
            <a:extLst>
              <a:ext uri="{FF2B5EF4-FFF2-40B4-BE49-F238E27FC236}">
                <a16:creationId xmlns:a16="http://schemas.microsoft.com/office/drawing/2014/main" id="{D7EE6773-89B5-102B-501D-17DF413DC0FF}"/>
              </a:ext>
            </a:extLst>
          </p:cNvPr>
          <p:cNvGrpSpPr/>
          <p:nvPr/>
        </p:nvGrpSpPr>
        <p:grpSpPr>
          <a:xfrm>
            <a:off x="2413311" y="299200"/>
            <a:ext cx="254222" cy="254222"/>
            <a:chOff x="3097145" y="1017785"/>
            <a:chExt cx="307292" cy="307292"/>
          </a:xfrm>
        </p:grpSpPr>
        <p:sp>
          <p:nvSpPr>
            <p:cNvPr id="81" name="Google Shape;1329;p65">
              <a:extLst>
                <a:ext uri="{FF2B5EF4-FFF2-40B4-BE49-F238E27FC236}">
                  <a16:creationId xmlns:a16="http://schemas.microsoft.com/office/drawing/2014/main" id="{2C35BE34-C854-E51A-32F1-D76F1BADF4E2}"/>
                </a:ext>
              </a:extLst>
            </p:cNvPr>
            <p:cNvSpPr/>
            <p:nvPr/>
          </p:nvSpPr>
          <p:spPr>
            <a:xfrm>
              <a:off x="3215558" y="1113681"/>
              <a:ext cx="92850" cy="114440"/>
            </a:xfrm>
            <a:custGeom>
              <a:avLst/>
              <a:gdLst/>
              <a:ahLst/>
              <a:cxnLst/>
              <a:rect l="l" t="t" r="r" b="b"/>
              <a:pathLst>
                <a:path w="701" h="864" extrusionOk="0">
                  <a:moveTo>
                    <a:pt x="54" y="0"/>
                  </a:moveTo>
                  <a:cubicBezTo>
                    <a:pt x="27" y="0"/>
                    <a:pt x="0" y="22"/>
                    <a:pt x="0" y="53"/>
                  </a:cubicBezTo>
                  <a:lnTo>
                    <a:pt x="0" y="812"/>
                  </a:lnTo>
                  <a:cubicBezTo>
                    <a:pt x="0" y="842"/>
                    <a:pt x="27" y="864"/>
                    <a:pt x="54" y="864"/>
                  </a:cubicBezTo>
                  <a:cubicBezTo>
                    <a:pt x="65" y="864"/>
                    <a:pt x="75" y="861"/>
                    <a:pt x="84" y="854"/>
                  </a:cubicBezTo>
                  <a:lnTo>
                    <a:pt x="675" y="474"/>
                  </a:lnTo>
                  <a:cubicBezTo>
                    <a:pt x="700" y="458"/>
                    <a:pt x="700" y="407"/>
                    <a:pt x="675" y="390"/>
                  </a:cubicBezTo>
                  <a:lnTo>
                    <a:pt x="84" y="11"/>
                  </a:lnTo>
                  <a:cubicBezTo>
                    <a:pt x="75" y="4"/>
                    <a:pt x="65" y="0"/>
                    <a:pt x="54" y="0"/>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82" name="Google Shape;1330;p65">
              <a:extLst>
                <a:ext uri="{FF2B5EF4-FFF2-40B4-BE49-F238E27FC236}">
                  <a16:creationId xmlns:a16="http://schemas.microsoft.com/office/drawing/2014/main" id="{9D03001D-129D-B822-0C37-8F3E038FB774}"/>
                </a:ext>
              </a:extLst>
            </p:cNvPr>
            <p:cNvSpPr/>
            <p:nvPr/>
          </p:nvSpPr>
          <p:spPr>
            <a:xfrm>
              <a:off x="3097145" y="1017785"/>
              <a:ext cx="307292" cy="307292"/>
            </a:xfrm>
            <a:custGeom>
              <a:avLst/>
              <a:gdLst/>
              <a:ahLst/>
              <a:cxnLst/>
              <a:rect l="l" t="t" r="r" b="b"/>
              <a:pathLst>
                <a:path w="2320" h="2320" extrusionOk="0">
                  <a:moveTo>
                    <a:pt x="1164" y="153"/>
                  </a:moveTo>
                  <a:cubicBezTo>
                    <a:pt x="607" y="153"/>
                    <a:pt x="160" y="600"/>
                    <a:pt x="160" y="1156"/>
                  </a:cubicBezTo>
                  <a:cubicBezTo>
                    <a:pt x="160" y="1713"/>
                    <a:pt x="607" y="2160"/>
                    <a:pt x="1164" y="2160"/>
                  </a:cubicBezTo>
                  <a:cubicBezTo>
                    <a:pt x="1712" y="2160"/>
                    <a:pt x="2159" y="1713"/>
                    <a:pt x="2159" y="1156"/>
                  </a:cubicBezTo>
                  <a:cubicBezTo>
                    <a:pt x="2159" y="600"/>
                    <a:pt x="1712" y="153"/>
                    <a:pt x="1164" y="153"/>
                  </a:cubicBezTo>
                  <a:close/>
                  <a:moveTo>
                    <a:pt x="0" y="1156"/>
                  </a:moveTo>
                  <a:cubicBezTo>
                    <a:pt x="0" y="515"/>
                    <a:pt x="523" y="1"/>
                    <a:pt x="1164" y="1"/>
                  </a:cubicBezTo>
                  <a:cubicBezTo>
                    <a:pt x="1796" y="1"/>
                    <a:pt x="2319" y="515"/>
                    <a:pt x="2319" y="1156"/>
                  </a:cubicBezTo>
                  <a:cubicBezTo>
                    <a:pt x="2319" y="1797"/>
                    <a:pt x="1796" y="2320"/>
                    <a:pt x="1164" y="2320"/>
                  </a:cubicBezTo>
                  <a:cubicBezTo>
                    <a:pt x="523" y="2320"/>
                    <a:pt x="0" y="1797"/>
                    <a:pt x="0" y="1156"/>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sp>
        <p:nvSpPr>
          <p:cNvPr id="86" name="Rounded Rectangle 85">
            <a:extLst>
              <a:ext uri="{FF2B5EF4-FFF2-40B4-BE49-F238E27FC236}">
                <a16:creationId xmlns:a16="http://schemas.microsoft.com/office/drawing/2014/main" id="{1CD91C08-E168-A829-AE08-8AFAA5FF883F}"/>
              </a:ext>
            </a:extLst>
          </p:cNvPr>
          <p:cNvSpPr/>
          <p:nvPr/>
        </p:nvSpPr>
        <p:spPr>
          <a:xfrm>
            <a:off x="1351842" y="157300"/>
            <a:ext cx="554006" cy="554016"/>
          </a:xfrm>
          <a:prstGeom prst="roundRect">
            <a:avLst/>
          </a:prstGeom>
          <a:solidFill>
            <a:srgbClr val="6533FE"/>
          </a:solidFill>
          <a:ln w="38100">
            <a:solidFill>
              <a:srgbClr val="6533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AD618C42-7E71-FED6-C641-76FF1CAE9EB7}"/>
              </a:ext>
            </a:extLst>
          </p:cNvPr>
          <p:cNvSpPr txBox="1"/>
          <p:nvPr/>
        </p:nvSpPr>
        <p:spPr>
          <a:xfrm>
            <a:off x="10713283" y="2748080"/>
            <a:ext cx="1499112" cy="307777"/>
          </a:xfrm>
          <a:prstGeom prst="rect">
            <a:avLst/>
          </a:prstGeom>
          <a:noFill/>
        </p:spPr>
        <p:txBody>
          <a:bodyPr wrap="square">
            <a:spAutoFit/>
          </a:bodyPr>
          <a:lstStyle/>
          <a:p>
            <a:r>
              <a:rPr lang="en-US" sz="1400" dirty="0">
                <a:solidFill>
                  <a:schemeClr val="bg2"/>
                </a:solidFill>
              </a:rPr>
              <a:t>Agentics</a:t>
            </a:r>
          </a:p>
        </p:txBody>
      </p:sp>
      <p:grpSp>
        <p:nvGrpSpPr>
          <p:cNvPr id="16" name="Google Shape;1295;p65">
            <a:extLst>
              <a:ext uri="{FF2B5EF4-FFF2-40B4-BE49-F238E27FC236}">
                <a16:creationId xmlns:a16="http://schemas.microsoft.com/office/drawing/2014/main" id="{31B9007B-4EAB-4B7D-60DD-C88E6A8487E6}"/>
              </a:ext>
              <a:ext uri="{C183D7F6-B498-43B3-948B-1728B52AA6E4}">
                <adec:decorative xmlns:adec="http://schemas.microsoft.com/office/drawing/2017/decorative" val="1"/>
              </a:ext>
            </a:extLst>
          </p:cNvPr>
          <p:cNvGrpSpPr/>
          <p:nvPr/>
        </p:nvGrpSpPr>
        <p:grpSpPr>
          <a:xfrm>
            <a:off x="11580986" y="2807871"/>
            <a:ext cx="187962" cy="178865"/>
            <a:chOff x="3351350" y="4936850"/>
            <a:chExt cx="60950" cy="58000"/>
          </a:xfrm>
          <a:solidFill>
            <a:schemeClr val="bg1">
              <a:lumMod val="50000"/>
              <a:lumOff val="50000"/>
            </a:schemeClr>
          </a:solidFill>
        </p:grpSpPr>
        <p:sp>
          <p:nvSpPr>
            <p:cNvPr id="17" name="Google Shape;1296;p65">
              <a:extLst>
                <a:ext uri="{FF2B5EF4-FFF2-40B4-BE49-F238E27FC236}">
                  <a16:creationId xmlns:a16="http://schemas.microsoft.com/office/drawing/2014/main" id="{E2699978-0523-B926-586F-D8A56EDEC0F1}"/>
                </a:ext>
              </a:extLst>
            </p:cNvPr>
            <p:cNvSpPr/>
            <p:nvPr/>
          </p:nvSpPr>
          <p:spPr>
            <a:xfrm>
              <a:off x="3374950" y="4936850"/>
              <a:ext cx="37350" cy="38175"/>
            </a:xfrm>
            <a:custGeom>
              <a:avLst/>
              <a:gdLst/>
              <a:ahLst/>
              <a:cxnLst/>
              <a:rect l="l" t="t" r="r" b="b"/>
              <a:pathLst>
                <a:path w="1494" h="1527" extrusionOk="0">
                  <a:moveTo>
                    <a:pt x="864" y="0"/>
                  </a:moveTo>
                  <a:cubicBezTo>
                    <a:pt x="717" y="0"/>
                    <a:pt x="570" y="55"/>
                    <a:pt x="456" y="164"/>
                  </a:cubicBezTo>
                  <a:lnTo>
                    <a:pt x="144" y="485"/>
                  </a:lnTo>
                  <a:cubicBezTo>
                    <a:pt x="110" y="519"/>
                    <a:pt x="110" y="569"/>
                    <a:pt x="144" y="595"/>
                  </a:cubicBezTo>
                  <a:cubicBezTo>
                    <a:pt x="157" y="611"/>
                    <a:pt x="176" y="620"/>
                    <a:pt x="196" y="620"/>
                  </a:cubicBezTo>
                  <a:cubicBezTo>
                    <a:pt x="216" y="620"/>
                    <a:pt x="237" y="611"/>
                    <a:pt x="254" y="595"/>
                  </a:cubicBezTo>
                  <a:lnTo>
                    <a:pt x="566" y="283"/>
                  </a:lnTo>
                  <a:cubicBezTo>
                    <a:pt x="646" y="202"/>
                    <a:pt x="753" y="162"/>
                    <a:pt x="861" y="162"/>
                  </a:cubicBezTo>
                  <a:cubicBezTo>
                    <a:pt x="968" y="162"/>
                    <a:pt x="1076" y="202"/>
                    <a:pt x="1156" y="283"/>
                  </a:cubicBezTo>
                  <a:cubicBezTo>
                    <a:pt x="1316" y="443"/>
                    <a:pt x="1316" y="704"/>
                    <a:pt x="1156" y="864"/>
                  </a:cubicBezTo>
                  <a:lnTo>
                    <a:pt x="777" y="1252"/>
                  </a:lnTo>
                  <a:cubicBezTo>
                    <a:pt x="692" y="1332"/>
                    <a:pt x="585" y="1373"/>
                    <a:pt x="478" y="1373"/>
                  </a:cubicBezTo>
                  <a:cubicBezTo>
                    <a:pt x="372" y="1373"/>
                    <a:pt x="266" y="1332"/>
                    <a:pt x="186" y="1252"/>
                  </a:cubicBezTo>
                  <a:cubicBezTo>
                    <a:pt x="178" y="1235"/>
                    <a:pt x="161" y="1227"/>
                    <a:pt x="152" y="1210"/>
                  </a:cubicBezTo>
                  <a:cubicBezTo>
                    <a:pt x="138" y="1191"/>
                    <a:pt x="116" y="1180"/>
                    <a:pt x="93" y="1180"/>
                  </a:cubicBezTo>
                  <a:cubicBezTo>
                    <a:pt x="76" y="1180"/>
                    <a:pt x="58" y="1187"/>
                    <a:pt x="43" y="1202"/>
                  </a:cubicBezTo>
                  <a:cubicBezTo>
                    <a:pt x="9" y="1227"/>
                    <a:pt x="1" y="1278"/>
                    <a:pt x="26" y="1311"/>
                  </a:cubicBezTo>
                  <a:cubicBezTo>
                    <a:pt x="43" y="1328"/>
                    <a:pt x="60" y="1345"/>
                    <a:pt x="77" y="1362"/>
                  </a:cubicBezTo>
                  <a:cubicBezTo>
                    <a:pt x="186" y="1472"/>
                    <a:pt x="332" y="1526"/>
                    <a:pt x="478" y="1526"/>
                  </a:cubicBezTo>
                  <a:cubicBezTo>
                    <a:pt x="625" y="1526"/>
                    <a:pt x="772" y="1472"/>
                    <a:pt x="886" y="1362"/>
                  </a:cubicBezTo>
                  <a:lnTo>
                    <a:pt x="1266" y="982"/>
                  </a:lnTo>
                  <a:cubicBezTo>
                    <a:pt x="1493" y="755"/>
                    <a:pt x="1493" y="392"/>
                    <a:pt x="1266" y="164"/>
                  </a:cubicBezTo>
                  <a:cubicBezTo>
                    <a:pt x="1156" y="55"/>
                    <a:pt x="1011" y="0"/>
                    <a:pt x="864"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400" kern="0">
                <a:solidFill>
                  <a:schemeClr val="bg2"/>
                </a:solidFill>
                <a:latin typeface="Aptos" pitchFamily="2" charset="77"/>
                <a:cs typeface="Arial"/>
                <a:sym typeface="Arial"/>
              </a:endParaRPr>
            </a:p>
          </p:txBody>
        </p:sp>
        <p:sp>
          <p:nvSpPr>
            <p:cNvPr id="18" name="Google Shape;1297;p65">
              <a:extLst>
                <a:ext uri="{FF2B5EF4-FFF2-40B4-BE49-F238E27FC236}">
                  <a16:creationId xmlns:a16="http://schemas.microsoft.com/office/drawing/2014/main" id="{EE02FBF7-C9AE-DD14-C6B8-9BFBEF4406A4}"/>
                </a:ext>
              </a:extLst>
            </p:cNvPr>
            <p:cNvSpPr/>
            <p:nvPr/>
          </p:nvSpPr>
          <p:spPr>
            <a:xfrm>
              <a:off x="3351350" y="4956650"/>
              <a:ext cx="37325" cy="38200"/>
            </a:xfrm>
            <a:custGeom>
              <a:avLst/>
              <a:gdLst/>
              <a:ahLst/>
              <a:cxnLst/>
              <a:rect l="l" t="t" r="r" b="b"/>
              <a:pathLst>
                <a:path w="1493" h="1528" extrusionOk="0">
                  <a:moveTo>
                    <a:pt x="1015" y="1"/>
                  </a:moveTo>
                  <a:cubicBezTo>
                    <a:pt x="869" y="1"/>
                    <a:pt x="721" y="56"/>
                    <a:pt x="607" y="165"/>
                  </a:cubicBezTo>
                  <a:lnTo>
                    <a:pt x="228" y="553"/>
                  </a:lnTo>
                  <a:cubicBezTo>
                    <a:pt x="0" y="772"/>
                    <a:pt x="0" y="1135"/>
                    <a:pt x="228" y="1363"/>
                  </a:cubicBezTo>
                  <a:cubicBezTo>
                    <a:pt x="338" y="1472"/>
                    <a:pt x="483" y="1527"/>
                    <a:pt x="630" y="1527"/>
                  </a:cubicBezTo>
                  <a:cubicBezTo>
                    <a:pt x="776" y="1527"/>
                    <a:pt x="924" y="1472"/>
                    <a:pt x="1037" y="1363"/>
                  </a:cubicBezTo>
                  <a:lnTo>
                    <a:pt x="1358" y="1042"/>
                  </a:lnTo>
                  <a:cubicBezTo>
                    <a:pt x="1383" y="1008"/>
                    <a:pt x="1383" y="966"/>
                    <a:pt x="1358" y="933"/>
                  </a:cubicBezTo>
                  <a:cubicBezTo>
                    <a:pt x="1341" y="916"/>
                    <a:pt x="1320" y="907"/>
                    <a:pt x="1299" y="907"/>
                  </a:cubicBezTo>
                  <a:cubicBezTo>
                    <a:pt x="1278" y="907"/>
                    <a:pt x="1257" y="916"/>
                    <a:pt x="1240" y="933"/>
                  </a:cubicBezTo>
                  <a:lnTo>
                    <a:pt x="928" y="1245"/>
                  </a:lnTo>
                  <a:cubicBezTo>
                    <a:pt x="848" y="1329"/>
                    <a:pt x="740" y="1371"/>
                    <a:pt x="633" y="1371"/>
                  </a:cubicBezTo>
                  <a:cubicBezTo>
                    <a:pt x="525" y="1371"/>
                    <a:pt x="418" y="1329"/>
                    <a:pt x="338" y="1245"/>
                  </a:cubicBezTo>
                  <a:cubicBezTo>
                    <a:pt x="177" y="1084"/>
                    <a:pt x="177" y="823"/>
                    <a:pt x="338" y="663"/>
                  </a:cubicBezTo>
                  <a:lnTo>
                    <a:pt x="725" y="275"/>
                  </a:lnTo>
                  <a:cubicBezTo>
                    <a:pt x="806" y="195"/>
                    <a:pt x="911" y="155"/>
                    <a:pt x="1016" y="155"/>
                  </a:cubicBezTo>
                  <a:cubicBezTo>
                    <a:pt x="1122" y="155"/>
                    <a:pt x="1227" y="195"/>
                    <a:pt x="1307" y="275"/>
                  </a:cubicBezTo>
                  <a:cubicBezTo>
                    <a:pt x="1324" y="292"/>
                    <a:pt x="1333" y="300"/>
                    <a:pt x="1341" y="317"/>
                  </a:cubicBezTo>
                  <a:cubicBezTo>
                    <a:pt x="1355" y="336"/>
                    <a:pt x="1377" y="347"/>
                    <a:pt x="1400" y="347"/>
                  </a:cubicBezTo>
                  <a:cubicBezTo>
                    <a:pt x="1418" y="347"/>
                    <a:pt x="1436" y="340"/>
                    <a:pt x="1451" y="325"/>
                  </a:cubicBezTo>
                  <a:cubicBezTo>
                    <a:pt x="1484" y="300"/>
                    <a:pt x="1493" y="250"/>
                    <a:pt x="1468" y="216"/>
                  </a:cubicBezTo>
                  <a:cubicBezTo>
                    <a:pt x="1451" y="199"/>
                    <a:pt x="1434" y="182"/>
                    <a:pt x="1417" y="165"/>
                  </a:cubicBezTo>
                  <a:cubicBezTo>
                    <a:pt x="1307" y="56"/>
                    <a:pt x="1162" y="1"/>
                    <a:pt x="1015"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400" kern="0">
                <a:solidFill>
                  <a:schemeClr val="bg2"/>
                </a:solidFill>
                <a:latin typeface="Aptos" pitchFamily="2" charset="77"/>
                <a:cs typeface="Arial"/>
                <a:sym typeface="Arial"/>
              </a:endParaRPr>
            </a:p>
          </p:txBody>
        </p:sp>
      </p:grpSp>
      <p:pic>
        <p:nvPicPr>
          <p:cNvPr id="22" name="Picture 21" descr="A screenshot of a computer&#10;&#10;AI-generated content may be incorrect.">
            <a:extLst>
              <a:ext uri="{FF2B5EF4-FFF2-40B4-BE49-F238E27FC236}">
                <a16:creationId xmlns:a16="http://schemas.microsoft.com/office/drawing/2014/main" id="{5871E30C-5079-3E80-CE0C-637F6BD22BFA}"/>
              </a:ext>
            </a:extLst>
          </p:cNvPr>
          <p:cNvPicPr>
            <a:picLocks noChangeAspect="1"/>
          </p:cNvPicPr>
          <p:nvPr/>
        </p:nvPicPr>
        <p:blipFill>
          <a:blip r:embed="rId3"/>
          <a:srcRect t="-1" r="24366" b="43650"/>
          <a:stretch>
            <a:fillRect/>
          </a:stretch>
        </p:blipFill>
        <p:spPr>
          <a:xfrm>
            <a:off x="489852" y="2733955"/>
            <a:ext cx="5136568" cy="3412938"/>
          </a:xfrm>
          <a:prstGeom prst="rect">
            <a:avLst/>
          </a:prstGeom>
        </p:spPr>
      </p:pic>
      <p:pic>
        <p:nvPicPr>
          <p:cNvPr id="24" name="Picture 23" descr="A screenshot of a computer&#10;&#10;AI-generated content may be incorrect.">
            <a:extLst>
              <a:ext uri="{FF2B5EF4-FFF2-40B4-BE49-F238E27FC236}">
                <a16:creationId xmlns:a16="http://schemas.microsoft.com/office/drawing/2014/main" id="{CD3267F5-1732-51F7-E0B9-707606B353AE}"/>
              </a:ext>
            </a:extLst>
          </p:cNvPr>
          <p:cNvPicPr>
            <a:picLocks noChangeAspect="1"/>
          </p:cNvPicPr>
          <p:nvPr/>
        </p:nvPicPr>
        <p:blipFill>
          <a:blip r:embed="rId4"/>
          <a:srcRect t="6959" b="30943"/>
          <a:stretch>
            <a:fillRect/>
          </a:stretch>
        </p:blipFill>
        <p:spPr>
          <a:xfrm>
            <a:off x="5771621" y="3041571"/>
            <a:ext cx="6296220" cy="3222423"/>
          </a:xfrm>
          <a:prstGeom prst="rect">
            <a:avLst/>
          </a:prstGeom>
        </p:spPr>
      </p:pic>
      <p:pic>
        <p:nvPicPr>
          <p:cNvPr id="27" name="Picture 26">
            <a:extLst>
              <a:ext uri="{FF2B5EF4-FFF2-40B4-BE49-F238E27FC236}">
                <a16:creationId xmlns:a16="http://schemas.microsoft.com/office/drawing/2014/main" id="{8B7E2DF5-6E0B-4167-522B-7D0D89CCE03E}"/>
              </a:ext>
            </a:extLst>
          </p:cNvPr>
          <p:cNvPicPr>
            <a:picLocks noChangeAspect="1"/>
          </p:cNvPicPr>
          <p:nvPr/>
        </p:nvPicPr>
        <p:blipFill>
          <a:blip r:embed="rId5"/>
          <a:stretch>
            <a:fillRect/>
          </a:stretch>
        </p:blipFill>
        <p:spPr>
          <a:xfrm>
            <a:off x="1400522" y="200430"/>
            <a:ext cx="459040" cy="459040"/>
          </a:xfrm>
          <a:prstGeom prst="rect">
            <a:avLst/>
          </a:prstGeom>
        </p:spPr>
      </p:pic>
      <p:sp>
        <p:nvSpPr>
          <p:cNvPr id="2" name="Text Placeholder 23">
            <a:extLst>
              <a:ext uri="{FF2B5EF4-FFF2-40B4-BE49-F238E27FC236}">
                <a16:creationId xmlns:a16="http://schemas.microsoft.com/office/drawing/2014/main" id="{B7C953A1-7F2F-E453-B06B-07828E636664}"/>
              </a:ext>
            </a:extLst>
          </p:cNvPr>
          <p:cNvSpPr txBox="1">
            <a:spLocks/>
          </p:cNvSpPr>
          <p:nvPr/>
        </p:nvSpPr>
        <p:spPr>
          <a:xfrm>
            <a:off x="9844318" y="204905"/>
            <a:ext cx="2301494" cy="333021"/>
          </a:xfrm>
          <a:prstGeom prst="rect">
            <a:avLst/>
          </a:prstGeom>
          <a:noFill/>
          <a:ln w="19050" cap="flat" cmpd="sng">
            <a:noFill/>
            <a:prstDash val="solid"/>
            <a:round/>
            <a:headEnd type="none" w="sm" len="sm"/>
            <a:tailEnd type="none" w="sm" len="sm"/>
          </a:ln>
          <a:effectLst/>
        </p:spPr>
        <p:txBody>
          <a:bodyPr lIns="0" tIns="0" rIns="0" bIns="0" anchor="t" anchorCtr="0">
            <a:noAutofit/>
          </a:bodyPr>
          <a:lstStyle>
            <a:lvl1pPr marL="0" indent="0" algn="l" defTabSz="914049" rtl="0" eaLnBrk="1" latinLnBrk="0" hangingPunct="1">
              <a:lnSpc>
                <a:spcPct val="90000"/>
              </a:lnSpc>
              <a:spcBef>
                <a:spcPts val="1000"/>
              </a:spcBef>
              <a:buFont typeface="Arial" panose="020B0604020202020204" pitchFamily="34" charset="0"/>
              <a:buNone/>
              <a:defRPr sz="1400" b="0" i="0" kern="1200" cap="all" baseline="0">
                <a:solidFill>
                  <a:schemeClr val="bg2"/>
                </a:solidFill>
                <a:latin typeface="Consolas" pitchFamily="2" charset="77"/>
                <a:ea typeface="+mn-ea"/>
                <a:cs typeface="Consolas" pitchFamily="2" charset="77"/>
              </a:defRPr>
            </a:lvl1pPr>
            <a:lvl2pPr marL="457024"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04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073"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099" indent="0" algn="l" defTabSz="91404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3635"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66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686"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710" indent="-228512" algn="l" defTabSz="91404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TECHNICAL PREVIEW</a:t>
            </a:r>
          </a:p>
        </p:txBody>
      </p:sp>
      <p:sp>
        <p:nvSpPr>
          <p:cNvPr id="4" name="Rectangle 3">
            <a:hlinkClick r:id="rId6"/>
            <a:extLst>
              <a:ext uri="{FF2B5EF4-FFF2-40B4-BE49-F238E27FC236}">
                <a16:creationId xmlns:a16="http://schemas.microsoft.com/office/drawing/2014/main" id="{B7111B56-0EBA-A5BC-2A93-9AF6A38CE85B}"/>
              </a:ext>
            </a:extLst>
          </p:cNvPr>
          <p:cNvSpPr/>
          <p:nvPr/>
        </p:nvSpPr>
        <p:spPr>
          <a:xfrm flipV="1">
            <a:off x="10468207" y="2770640"/>
            <a:ext cx="1409134" cy="267599"/>
          </a:xfrm>
          <a:prstGeom prst="rect">
            <a:avLst/>
          </a:prstGeom>
          <a:noFill/>
          <a:ln>
            <a:solidFill>
              <a:schemeClr val="accent1">
                <a:shade val="15000"/>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a:p>
            <a:pPr algn="ctr"/>
            <a:endParaRPr lang="en-US" sz="1400">
              <a:solidFill>
                <a:schemeClr val="bg2"/>
              </a:solidFill>
            </a:endParaRPr>
          </a:p>
        </p:txBody>
      </p:sp>
    </p:spTree>
    <p:extLst>
      <p:ext uri="{BB962C8B-B14F-4D97-AF65-F5344CB8AC3E}">
        <p14:creationId xmlns:p14="http://schemas.microsoft.com/office/powerpoint/2010/main" val="3925675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CB431-FC2A-DC9C-7711-B62C4B252CAF}"/>
            </a:ext>
          </a:extLst>
        </p:cNvPr>
        <p:cNvGrpSpPr/>
        <p:nvPr/>
      </p:nvGrpSpPr>
      <p:grpSpPr>
        <a:xfrm>
          <a:off x="0" y="0"/>
          <a:ext cx="0" cy="0"/>
          <a:chOff x="0" y="0"/>
          <a:chExt cx="0" cy="0"/>
        </a:xfrm>
      </p:grpSpPr>
      <p:sp>
        <p:nvSpPr>
          <p:cNvPr id="18" name="Google Shape;1420;p105">
            <a:extLst>
              <a:ext uri="{FF2B5EF4-FFF2-40B4-BE49-F238E27FC236}">
                <a16:creationId xmlns:a16="http://schemas.microsoft.com/office/drawing/2014/main" id="{F1B03885-7337-EC6C-F11A-59086322090A}"/>
              </a:ext>
            </a:extLst>
          </p:cNvPr>
          <p:cNvSpPr/>
          <p:nvPr/>
        </p:nvSpPr>
        <p:spPr>
          <a:xfrm>
            <a:off x="784404" y="422517"/>
            <a:ext cx="2535128" cy="45719"/>
          </a:xfrm>
          <a:prstGeom prst="rect">
            <a:avLst/>
          </a:prstGeom>
          <a:gradFill>
            <a:gsLst>
              <a:gs pos="0">
                <a:srgbClr val="C693FF"/>
              </a:gs>
              <a:gs pos="42000">
                <a:srgbClr val="6533FE"/>
              </a:gs>
              <a:gs pos="69000">
                <a:srgbClr val="0840F0"/>
              </a:gs>
              <a:gs pos="100000">
                <a:srgbClr val="60ED83"/>
              </a:gs>
            </a:gsLst>
            <a:lin ang="0" scaled="0"/>
          </a:gradFill>
          <a:ln>
            <a:noFill/>
          </a:ln>
        </p:spPr>
        <p:txBody>
          <a:bodyPr spcFirstLastPara="1" wrap="square" lIns="91426" tIns="91426" rIns="91426" bIns="91426" anchor="ctr" anchorCtr="0">
            <a:noAutofit/>
          </a:bodyPr>
          <a:lstStyle/>
          <a:p>
            <a:pPr algn="ctr"/>
            <a:endParaRPr/>
          </a:p>
        </p:txBody>
      </p:sp>
      <p:sp>
        <p:nvSpPr>
          <p:cNvPr id="19" name="Rounded Rectangle 18">
            <a:extLst>
              <a:ext uri="{FF2B5EF4-FFF2-40B4-BE49-F238E27FC236}">
                <a16:creationId xmlns:a16="http://schemas.microsoft.com/office/drawing/2014/main" id="{B62CE68B-D30B-E68B-993F-04EE5BCA2233}"/>
              </a:ext>
            </a:extLst>
          </p:cNvPr>
          <p:cNvSpPr/>
          <p:nvPr/>
        </p:nvSpPr>
        <p:spPr>
          <a:xfrm>
            <a:off x="424817" y="227377"/>
            <a:ext cx="373739" cy="373747"/>
          </a:xfrm>
          <a:prstGeom prst="roundRect">
            <a:avLst/>
          </a:prstGeom>
          <a:solidFill>
            <a:schemeClr val="bg1"/>
          </a:solidFill>
          <a:ln w="25400">
            <a:solidFill>
              <a:srgbClr val="C69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Google Shape;1420;p105">
            <a:extLst>
              <a:ext uri="{FF2B5EF4-FFF2-40B4-BE49-F238E27FC236}">
                <a16:creationId xmlns:a16="http://schemas.microsoft.com/office/drawing/2014/main" id="{D8065623-8BFC-0174-5EA2-EC93895C8D26}"/>
              </a:ext>
            </a:extLst>
          </p:cNvPr>
          <p:cNvSpPr/>
          <p:nvPr/>
        </p:nvSpPr>
        <p:spPr>
          <a:xfrm>
            <a:off x="2272679" y="417539"/>
            <a:ext cx="1407548" cy="50696"/>
          </a:xfrm>
          <a:prstGeom prst="rect">
            <a:avLst/>
          </a:prstGeom>
          <a:solidFill>
            <a:schemeClr val="bg1">
              <a:lumMod val="65000"/>
              <a:lumOff val="35000"/>
            </a:schemeClr>
          </a:solidFill>
          <a:ln>
            <a:noFill/>
          </a:ln>
        </p:spPr>
        <p:txBody>
          <a:bodyPr spcFirstLastPara="1" wrap="square" lIns="91426" tIns="91426" rIns="91426" bIns="91426" anchor="ctr" anchorCtr="0">
            <a:noAutofit/>
          </a:bodyPr>
          <a:lstStyle/>
          <a:p>
            <a:pPr algn="ctr"/>
            <a:endParaRPr/>
          </a:p>
        </p:txBody>
      </p:sp>
      <p:sp>
        <p:nvSpPr>
          <p:cNvPr id="21" name="Rounded Rectangle 20">
            <a:extLst>
              <a:ext uri="{FF2B5EF4-FFF2-40B4-BE49-F238E27FC236}">
                <a16:creationId xmlns:a16="http://schemas.microsoft.com/office/drawing/2014/main" id="{C02ED6CF-60C6-7D33-32E7-F392551F56FB}"/>
              </a:ext>
            </a:extLst>
          </p:cNvPr>
          <p:cNvSpPr/>
          <p:nvPr/>
        </p:nvSpPr>
        <p:spPr>
          <a:xfrm>
            <a:off x="3306489"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27DE0102-07FE-F66D-5F5B-A60DB002466D}"/>
              </a:ext>
            </a:extLst>
          </p:cNvPr>
          <p:cNvSpPr/>
          <p:nvPr/>
        </p:nvSpPr>
        <p:spPr>
          <a:xfrm>
            <a:off x="2347685" y="246429"/>
            <a:ext cx="373739" cy="373747"/>
          </a:xfrm>
          <a:prstGeom prst="roundRect">
            <a:avLst/>
          </a:prstGeom>
          <a:solidFill>
            <a:schemeClr val="bg1"/>
          </a:solidFill>
          <a:ln w="25400">
            <a:solidFill>
              <a:schemeClr val="bg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oogle Shape;1093;p63">
            <a:extLst>
              <a:ext uri="{FF2B5EF4-FFF2-40B4-BE49-F238E27FC236}">
                <a16:creationId xmlns:a16="http://schemas.microsoft.com/office/drawing/2014/main" id="{C13ABD77-BB73-F86E-EA07-24709ED64544}"/>
              </a:ext>
              <a:ext uri="{C183D7F6-B498-43B3-948B-1728B52AA6E4}">
                <adec:decorative xmlns:adec="http://schemas.microsoft.com/office/drawing/2017/decorative" val="1"/>
              </a:ext>
            </a:extLst>
          </p:cNvPr>
          <p:cNvGrpSpPr/>
          <p:nvPr/>
        </p:nvGrpSpPr>
        <p:grpSpPr>
          <a:xfrm>
            <a:off x="489502" y="276904"/>
            <a:ext cx="257028" cy="242690"/>
            <a:chOff x="4372769" y="2910304"/>
            <a:chExt cx="56755" cy="52725"/>
          </a:xfrm>
          <a:solidFill>
            <a:schemeClr val="tx1"/>
          </a:solidFill>
        </p:grpSpPr>
        <p:sp>
          <p:nvSpPr>
            <p:cNvPr id="24" name="Google Shape;1094;p63">
              <a:extLst>
                <a:ext uri="{FF2B5EF4-FFF2-40B4-BE49-F238E27FC236}">
                  <a16:creationId xmlns:a16="http://schemas.microsoft.com/office/drawing/2014/main" id="{17DE68DE-EA01-3CBE-1738-BF3F02DB2A5D}"/>
                </a:ext>
              </a:extLst>
            </p:cNvPr>
            <p:cNvSpPr/>
            <p:nvPr/>
          </p:nvSpPr>
          <p:spPr>
            <a:xfrm>
              <a:off x="4372769" y="2910304"/>
              <a:ext cx="51900" cy="52725"/>
            </a:xfrm>
            <a:custGeom>
              <a:avLst/>
              <a:gdLst/>
              <a:ahLst/>
              <a:cxnLst/>
              <a:rect l="l" t="t" r="r" b="b"/>
              <a:pathLst>
                <a:path w="2076" h="2109" extrusionOk="0">
                  <a:moveTo>
                    <a:pt x="77" y="0"/>
                  </a:moveTo>
                  <a:cubicBezTo>
                    <a:pt x="34" y="0"/>
                    <a:pt x="1" y="34"/>
                    <a:pt x="1" y="76"/>
                  </a:cubicBezTo>
                  <a:lnTo>
                    <a:pt x="1" y="2033"/>
                  </a:lnTo>
                  <a:cubicBezTo>
                    <a:pt x="1" y="2075"/>
                    <a:pt x="34" y="2109"/>
                    <a:pt x="77" y="2109"/>
                  </a:cubicBezTo>
                  <a:lnTo>
                    <a:pt x="1999" y="2109"/>
                  </a:lnTo>
                  <a:cubicBezTo>
                    <a:pt x="2041" y="2109"/>
                    <a:pt x="2075" y="2075"/>
                    <a:pt x="2075" y="2033"/>
                  </a:cubicBezTo>
                  <a:cubicBezTo>
                    <a:pt x="2075" y="1982"/>
                    <a:pt x="2041" y="1948"/>
                    <a:pt x="1999" y="1948"/>
                  </a:cubicBezTo>
                  <a:lnTo>
                    <a:pt x="152" y="1948"/>
                  </a:lnTo>
                  <a:lnTo>
                    <a:pt x="152" y="76"/>
                  </a:lnTo>
                  <a:cubicBezTo>
                    <a:pt x="152" y="34"/>
                    <a:pt x="119" y="0"/>
                    <a:pt x="77" y="0"/>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sp>
          <p:nvSpPr>
            <p:cNvPr id="25" name="Google Shape;1095;p63">
              <a:extLst>
                <a:ext uri="{FF2B5EF4-FFF2-40B4-BE49-F238E27FC236}">
                  <a16:creationId xmlns:a16="http://schemas.microsoft.com/office/drawing/2014/main" id="{6D6A7533-1009-2ADF-B794-EA036D8D9F5C}"/>
                </a:ext>
              </a:extLst>
            </p:cNvPr>
            <p:cNvSpPr/>
            <p:nvPr/>
          </p:nvSpPr>
          <p:spPr>
            <a:xfrm>
              <a:off x="4381625" y="2922100"/>
              <a:ext cx="47900" cy="25125"/>
            </a:xfrm>
            <a:custGeom>
              <a:avLst/>
              <a:gdLst/>
              <a:ahLst/>
              <a:cxnLst/>
              <a:rect l="l" t="t" r="r" b="b"/>
              <a:pathLst>
                <a:path w="1916" h="1005" extrusionOk="0">
                  <a:moveTo>
                    <a:pt x="1831" y="1"/>
                  </a:moveTo>
                  <a:cubicBezTo>
                    <a:pt x="1810" y="1"/>
                    <a:pt x="1789" y="9"/>
                    <a:pt x="1772" y="26"/>
                  </a:cubicBezTo>
                  <a:lnTo>
                    <a:pt x="1173" y="633"/>
                  </a:lnTo>
                  <a:lnTo>
                    <a:pt x="777" y="237"/>
                  </a:lnTo>
                  <a:cubicBezTo>
                    <a:pt x="764" y="220"/>
                    <a:pt x="745" y="212"/>
                    <a:pt x="725" y="212"/>
                  </a:cubicBezTo>
                  <a:cubicBezTo>
                    <a:pt x="705" y="212"/>
                    <a:pt x="684" y="220"/>
                    <a:pt x="667" y="237"/>
                  </a:cubicBezTo>
                  <a:lnTo>
                    <a:pt x="35" y="869"/>
                  </a:lnTo>
                  <a:cubicBezTo>
                    <a:pt x="1" y="903"/>
                    <a:pt x="1" y="954"/>
                    <a:pt x="35" y="979"/>
                  </a:cubicBezTo>
                  <a:cubicBezTo>
                    <a:pt x="51" y="996"/>
                    <a:pt x="73" y="1004"/>
                    <a:pt x="93" y="1004"/>
                  </a:cubicBezTo>
                  <a:cubicBezTo>
                    <a:pt x="113" y="1004"/>
                    <a:pt x="132" y="996"/>
                    <a:pt x="144" y="979"/>
                  </a:cubicBezTo>
                  <a:lnTo>
                    <a:pt x="726" y="405"/>
                  </a:lnTo>
                  <a:lnTo>
                    <a:pt x="1114" y="793"/>
                  </a:lnTo>
                  <a:cubicBezTo>
                    <a:pt x="1131" y="810"/>
                    <a:pt x="1152" y="819"/>
                    <a:pt x="1172" y="819"/>
                  </a:cubicBezTo>
                  <a:cubicBezTo>
                    <a:pt x="1192" y="819"/>
                    <a:pt x="1211" y="810"/>
                    <a:pt x="1224" y="793"/>
                  </a:cubicBezTo>
                  <a:lnTo>
                    <a:pt x="1890" y="136"/>
                  </a:lnTo>
                  <a:cubicBezTo>
                    <a:pt x="1915" y="110"/>
                    <a:pt x="1915" y="60"/>
                    <a:pt x="1890" y="26"/>
                  </a:cubicBezTo>
                  <a:cubicBezTo>
                    <a:pt x="1873" y="9"/>
                    <a:pt x="1852" y="1"/>
                    <a:pt x="1831" y="1"/>
                  </a:cubicBezTo>
                  <a:close/>
                </a:path>
              </a:pathLst>
            </a:custGeom>
            <a:grpFill/>
            <a:ln>
              <a:noFill/>
            </a:ln>
          </p:spPr>
          <p:txBody>
            <a:bodyPr spcFirstLastPara="1" wrap="square" lIns="121900" tIns="121900" rIns="121900" bIns="121900" anchor="ctr" anchorCtr="0">
              <a:noAutofit/>
            </a:bodyPr>
            <a:lstStyle/>
            <a:p>
              <a:pPr defTabSz="1219190">
                <a:buClr>
                  <a:srgbClr val="000000"/>
                </a:buClr>
              </a:pPr>
              <a:endParaRPr sz="1868" kern="0">
                <a:solidFill>
                  <a:srgbClr val="000000"/>
                </a:solidFill>
                <a:latin typeface="Aptos" pitchFamily="2" charset="77"/>
                <a:cs typeface="Arial"/>
                <a:sym typeface="Arial"/>
              </a:endParaRPr>
            </a:p>
          </p:txBody>
        </p:sp>
      </p:grpSp>
      <p:sp>
        <p:nvSpPr>
          <p:cNvPr id="26" name="Google Shape;1266;p65">
            <a:extLst>
              <a:ext uri="{FF2B5EF4-FFF2-40B4-BE49-F238E27FC236}">
                <a16:creationId xmlns:a16="http://schemas.microsoft.com/office/drawing/2014/main" id="{4434E7C5-0A3C-15CA-C47E-4AEEEE29B420}"/>
              </a:ext>
            </a:extLst>
          </p:cNvPr>
          <p:cNvSpPr/>
          <p:nvPr/>
        </p:nvSpPr>
        <p:spPr>
          <a:xfrm>
            <a:off x="3406025" y="348631"/>
            <a:ext cx="192542" cy="195814"/>
          </a:xfrm>
          <a:custGeom>
            <a:avLst/>
            <a:gdLst/>
            <a:ahLst/>
            <a:cxnLst/>
            <a:rect l="l" t="t" r="r" b="b"/>
            <a:pathLst>
              <a:path w="1687" h="1688" extrusionOk="0">
                <a:moveTo>
                  <a:pt x="177" y="1"/>
                </a:moveTo>
                <a:cubicBezTo>
                  <a:pt x="76" y="1"/>
                  <a:pt x="0" y="76"/>
                  <a:pt x="0" y="178"/>
                </a:cubicBezTo>
                <a:lnTo>
                  <a:pt x="0" y="1181"/>
                </a:lnTo>
                <a:cubicBezTo>
                  <a:pt x="0" y="1282"/>
                  <a:pt x="76" y="1367"/>
                  <a:pt x="177" y="1367"/>
                </a:cubicBezTo>
                <a:lnTo>
                  <a:pt x="312" y="1367"/>
                </a:lnTo>
                <a:lnTo>
                  <a:pt x="312" y="1527"/>
                </a:lnTo>
                <a:cubicBezTo>
                  <a:pt x="312" y="1611"/>
                  <a:pt x="380" y="1687"/>
                  <a:pt x="464" y="1687"/>
                </a:cubicBezTo>
                <a:cubicBezTo>
                  <a:pt x="506" y="1687"/>
                  <a:pt x="549" y="1670"/>
                  <a:pt x="574" y="1637"/>
                </a:cubicBezTo>
                <a:lnTo>
                  <a:pt x="844" y="1367"/>
                </a:lnTo>
                <a:lnTo>
                  <a:pt x="1501" y="1367"/>
                </a:lnTo>
                <a:cubicBezTo>
                  <a:pt x="1603" y="1367"/>
                  <a:pt x="1687" y="1282"/>
                  <a:pt x="1687" y="1181"/>
                </a:cubicBezTo>
                <a:lnTo>
                  <a:pt x="1687" y="178"/>
                </a:lnTo>
                <a:cubicBezTo>
                  <a:pt x="1687" y="76"/>
                  <a:pt x="1603" y="1"/>
                  <a:pt x="1501" y="1"/>
                </a:cubicBezTo>
                <a:close/>
                <a:moveTo>
                  <a:pt x="152" y="178"/>
                </a:moveTo>
                <a:cubicBezTo>
                  <a:pt x="152" y="169"/>
                  <a:pt x="169" y="152"/>
                  <a:pt x="177" y="152"/>
                </a:cubicBezTo>
                <a:lnTo>
                  <a:pt x="1501" y="152"/>
                </a:lnTo>
                <a:cubicBezTo>
                  <a:pt x="1510" y="152"/>
                  <a:pt x="1527" y="169"/>
                  <a:pt x="1527" y="178"/>
                </a:cubicBezTo>
                <a:lnTo>
                  <a:pt x="1527" y="1181"/>
                </a:lnTo>
                <a:cubicBezTo>
                  <a:pt x="1527" y="1198"/>
                  <a:pt x="1510" y="1206"/>
                  <a:pt x="1501" y="1206"/>
                </a:cubicBezTo>
                <a:lnTo>
                  <a:pt x="810" y="1206"/>
                </a:lnTo>
                <a:cubicBezTo>
                  <a:pt x="793" y="1206"/>
                  <a:pt x="776" y="1215"/>
                  <a:pt x="759" y="1232"/>
                </a:cubicBezTo>
                <a:lnTo>
                  <a:pt x="473" y="1518"/>
                </a:lnTo>
                <a:lnTo>
                  <a:pt x="473" y="1291"/>
                </a:lnTo>
                <a:cubicBezTo>
                  <a:pt x="473" y="1249"/>
                  <a:pt x="439" y="1206"/>
                  <a:pt x="388" y="1206"/>
                </a:cubicBezTo>
                <a:lnTo>
                  <a:pt x="177" y="1206"/>
                </a:lnTo>
                <a:cubicBezTo>
                  <a:pt x="169" y="1206"/>
                  <a:pt x="152" y="1198"/>
                  <a:pt x="152" y="1181"/>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nvGrpSpPr>
          <p:cNvPr id="27" name="Group 26">
            <a:extLst>
              <a:ext uri="{FF2B5EF4-FFF2-40B4-BE49-F238E27FC236}">
                <a16:creationId xmlns:a16="http://schemas.microsoft.com/office/drawing/2014/main" id="{EA8890B9-A083-904D-5CC4-4A435653E523}"/>
              </a:ext>
            </a:extLst>
          </p:cNvPr>
          <p:cNvGrpSpPr/>
          <p:nvPr/>
        </p:nvGrpSpPr>
        <p:grpSpPr>
          <a:xfrm>
            <a:off x="2413311" y="299200"/>
            <a:ext cx="254222" cy="254222"/>
            <a:chOff x="3097145" y="1017785"/>
            <a:chExt cx="307292" cy="307292"/>
          </a:xfrm>
        </p:grpSpPr>
        <p:sp>
          <p:nvSpPr>
            <p:cNvPr id="28" name="Google Shape;1329;p65">
              <a:extLst>
                <a:ext uri="{FF2B5EF4-FFF2-40B4-BE49-F238E27FC236}">
                  <a16:creationId xmlns:a16="http://schemas.microsoft.com/office/drawing/2014/main" id="{E16296AE-1CED-4207-A7A2-AF16DE8EFF83}"/>
                </a:ext>
              </a:extLst>
            </p:cNvPr>
            <p:cNvSpPr/>
            <p:nvPr/>
          </p:nvSpPr>
          <p:spPr>
            <a:xfrm>
              <a:off x="3215558" y="1113681"/>
              <a:ext cx="92850" cy="114440"/>
            </a:xfrm>
            <a:custGeom>
              <a:avLst/>
              <a:gdLst/>
              <a:ahLst/>
              <a:cxnLst/>
              <a:rect l="l" t="t" r="r" b="b"/>
              <a:pathLst>
                <a:path w="701" h="864" extrusionOk="0">
                  <a:moveTo>
                    <a:pt x="54" y="0"/>
                  </a:moveTo>
                  <a:cubicBezTo>
                    <a:pt x="27" y="0"/>
                    <a:pt x="0" y="22"/>
                    <a:pt x="0" y="53"/>
                  </a:cubicBezTo>
                  <a:lnTo>
                    <a:pt x="0" y="812"/>
                  </a:lnTo>
                  <a:cubicBezTo>
                    <a:pt x="0" y="842"/>
                    <a:pt x="27" y="864"/>
                    <a:pt x="54" y="864"/>
                  </a:cubicBezTo>
                  <a:cubicBezTo>
                    <a:pt x="65" y="864"/>
                    <a:pt x="75" y="861"/>
                    <a:pt x="84" y="854"/>
                  </a:cubicBezTo>
                  <a:lnTo>
                    <a:pt x="675" y="474"/>
                  </a:lnTo>
                  <a:cubicBezTo>
                    <a:pt x="700" y="458"/>
                    <a:pt x="700" y="407"/>
                    <a:pt x="675" y="390"/>
                  </a:cubicBezTo>
                  <a:lnTo>
                    <a:pt x="84" y="11"/>
                  </a:lnTo>
                  <a:cubicBezTo>
                    <a:pt x="75" y="4"/>
                    <a:pt x="65" y="0"/>
                    <a:pt x="54" y="0"/>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sp>
          <p:nvSpPr>
            <p:cNvPr id="29" name="Google Shape;1330;p65">
              <a:extLst>
                <a:ext uri="{FF2B5EF4-FFF2-40B4-BE49-F238E27FC236}">
                  <a16:creationId xmlns:a16="http://schemas.microsoft.com/office/drawing/2014/main" id="{0CB9F099-23F9-7A3F-E97D-ED0715E37D11}"/>
                </a:ext>
              </a:extLst>
            </p:cNvPr>
            <p:cNvSpPr/>
            <p:nvPr/>
          </p:nvSpPr>
          <p:spPr>
            <a:xfrm>
              <a:off x="3097145" y="1017785"/>
              <a:ext cx="307292" cy="307292"/>
            </a:xfrm>
            <a:custGeom>
              <a:avLst/>
              <a:gdLst/>
              <a:ahLst/>
              <a:cxnLst/>
              <a:rect l="l" t="t" r="r" b="b"/>
              <a:pathLst>
                <a:path w="2320" h="2320" extrusionOk="0">
                  <a:moveTo>
                    <a:pt x="1164" y="153"/>
                  </a:moveTo>
                  <a:cubicBezTo>
                    <a:pt x="607" y="153"/>
                    <a:pt x="160" y="600"/>
                    <a:pt x="160" y="1156"/>
                  </a:cubicBezTo>
                  <a:cubicBezTo>
                    <a:pt x="160" y="1713"/>
                    <a:pt x="607" y="2160"/>
                    <a:pt x="1164" y="2160"/>
                  </a:cubicBezTo>
                  <a:cubicBezTo>
                    <a:pt x="1712" y="2160"/>
                    <a:pt x="2159" y="1713"/>
                    <a:pt x="2159" y="1156"/>
                  </a:cubicBezTo>
                  <a:cubicBezTo>
                    <a:pt x="2159" y="600"/>
                    <a:pt x="1712" y="153"/>
                    <a:pt x="1164" y="153"/>
                  </a:cubicBezTo>
                  <a:close/>
                  <a:moveTo>
                    <a:pt x="0" y="1156"/>
                  </a:moveTo>
                  <a:cubicBezTo>
                    <a:pt x="0" y="515"/>
                    <a:pt x="523" y="1"/>
                    <a:pt x="1164" y="1"/>
                  </a:cubicBezTo>
                  <a:cubicBezTo>
                    <a:pt x="1796" y="1"/>
                    <a:pt x="2319" y="515"/>
                    <a:pt x="2319" y="1156"/>
                  </a:cubicBezTo>
                  <a:cubicBezTo>
                    <a:pt x="2319" y="1797"/>
                    <a:pt x="1796" y="2320"/>
                    <a:pt x="1164" y="2320"/>
                  </a:cubicBezTo>
                  <a:cubicBezTo>
                    <a:pt x="523" y="2320"/>
                    <a:pt x="0" y="1797"/>
                    <a:pt x="0" y="1156"/>
                  </a:cubicBezTo>
                  <a:close/>
                </a:path>
              </a:pathLst>
            </a:custGeom>
            <a:solidFill>
              <a:schemeClr val="bg1">
                <a:lumMod val="50000"/>
                <a:lumOff val="50000"/>
              </a:schemeClr>
            </a:solidFill>
            <a:ln>
              <a:noFill/>
            </a:ln>
          </p:spPr>
          <p:txBody>
            <a:bodyPr spcFirstLastPara="1" wrap="square" lIns="121900" tIns="121900" rIns="121900" bIns="121900" anchor="ctr" anchorCtr="0">
              <a:noAutofit/>
            </a:bodyPr>
            <a:lstStyle/>
            <a:p>
              <a:pPr defTabSz="1219190">
                <a:buClr>
                  <a:srgbClr val="000000"/>
                </a:buClr>
              </a:pPr>
              <a:endParaRPr sz="1868" kern="0">
                <a:solidFill>
                  <a:srgbClr val="FFFFFF"/>
                </a:solidFill>
                <a:latin typeface="Aptos" pitchFamily="2" charset="77"/>
                <a:cs typeface="Arial"/>
                <a:sym typeface="Arial"/>
              </a:endParaRPr>
            </a:p>
          </p:txBody>
        </p:sp>
      </p:grpSp>
      <p:sp>
        <p:nvSpPr>
          <p:cNvPr id="30" name="Rounded Rectangle 29">
            <a:extLst>
              <a:ext uri="{FF2B5EF4-FFF2-40B4-BE49-F238E27FC236}">
                <a16:creationId xmlns:a16="http://schemas.microsoft.com/office/drawing/2014/main" id="{428CD6E8-F228-8C34-F8B6-DD52AEF9BBCA}"/>
              </a:ext>
            </a:extLst>
          </p:cNvPr>
          <p:cNvSpPr/>
          <p:nvPr/>
        </p:nvSpPr>
        <p:spPr>
          <a:xfrm>
            <a:off x="2272678" y="137241"/>
            <a:ext cx="554006" cy="554016"/>
          </a:xfrm>
          <a:prstGeom prst="roundRect">
            <a:avLst/>
          </a:prstGeom>
          <a:solidFill>
            <a:srgbClr val="0C3CE0"/>
          </a:solidFill>
          <a:ln w="38100">
            <a:solidFill>
              <a:srgbClr val="084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ounded Rectangle 33">
            <a:extLst>
              <a:ext uri="{FF2B5EF4-FFF2-40B4-BE49-F238E27FC236}">
                <a16:creationId xmlns:a16="http://schemas.microsoft.com/office/drawing/2014/main" id="{F9192058-394D-BFFA-9AE9-F3C94D84686D}"/>
              </a:ext>
            </a:extLst>
          </p:cNvPr>
          <p:cNvSpPr/>
          <p:nvPr/>
        </p:nvSpPr>
        <p:spPr>
          <a:xfrm>
            <a:off x="1406970" y="246429"/>
            <a:ext cx="373739" cy="373747"/>
          </a:xfrm>
          <a:prstGeom prst="roundRect">
            <a:avLst/>
          </a:prstGeom>
          <a:solidFill>
            <a:schemeClr val="bg1"/>
          </a:solidFill>
          <a:ln w="25400">
            <a:solidFill>
              <a:srgbClr val="6533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Google Shape;1432;p105">
            <a:extLst>
              <a:ext uri="{FF2B5EF4-FFF2-40B4-BE49-F238E27FC236}">
                <a16:creationId xmlns:a16="http://schemas.microsoft.com/office/drawing/2014/main" id="{B68D4E75-5224-DFD6-0B73-0F62AE1C790F}"/>
              </a:ext>
            </a:extLst>
          </p:cNvPr>
          <p:cNvPicPr preferRelativeResize="0"/>
          <p:nvPr/>
        </p:nvPicPr>
        <p:blipFill>
          <a:blip r:embed="rId3">
            <a:alphaModFix/>
          </a:blip>
          <a:stretch>
            <a:fillRect/>
          </a:stretch>
        </p:blipFill>
        <p:spPr>
          <a:xfrm>
            <a:off x="2322905" y="192412"/>
            <a:ext cx="452789" cy="460211"/>
          </a:xfrm>
          <a:prstGeom prst="rect">
            <a:avLst/>
          </a:prstGeom>
          <a:noFill/>
          <a:ln>
            <a:noFill/>
          </a:ln>
        </p:spPr>
      </p:pic>
      <p:pic>
        <p:nvPicPr>
          <p:cNvPr id="8" name="Picture 7">
            <a:extLst>
              <a:ext uri="{FF2B5EF4-FFF2-40B4-BE49-F238E27FC236}">
                <a16:creationId xmlns:a16="http://schemas.microsoft.com/office/drawing/2014/main" id="{68102A90-9260-80DD-E560-CD86CE47D1A4}"/>
              </a:ext>
            </a:extLst>
          </p:cNvPr>
          <p:cNvPicPr>
            <a:picLocks noChangeAspect="1"/>
          </p:cNvPicPr>
          <p:nvPr/>
        </p:nvPicPr>
        <p:blipFill>
          <a:blip r:embed="rId4"/>
          <a:stretch>
            <a:fillRect/>
          </a:stretch>
        </p:blipFill>
        <p:spPr>
          <a:xfrm>
            <a:off x="1480983" y="316262"/>
            <a:ext cx="238454" cy="238454"/>
          </a:xfrm>
          <a:prstGeom prst="rect">
            <a:avLst/>
          </a:prstGeom>
        </p:spPr>
      </p:pic>
      <p:sp>
        <p:nvSpPr>
          <p:cNvPr id="2" name="TextBox 1">
            <a:extLst>
              <a:ext uri="{FF2B5EF4-FFF2-40B4-BE49-F238E27FC236}">
                <a16:creationId xmlns:a16="http://schemas.microsoft.com/office/drawing/2014/main" id="{46A5E2C0-5E24-667E-A2A4-A1168FC790EF}"/>
              </a:ext>
            </a:extLst>
          </p:cNvPr>
          <p:cNvSpPr txBox="1"/>
          <p:nvPr/>
        </p:nvSpPr>
        <p:spPr>
          <a:xfrm>
            <a:off x="4667564" y="2946362"/>
            <a:ext cx="2574744" cy="1246495"/>
          </a:xfrm>
          <a:prstGeom prst="rect">
            <a:avLst/>
          </a:prstGeom>
          <a:noFill/>
        </p:spPr>
        <p:txBody>
          <a:bodyPr wrap="none" rtlCol="0">
            <a:spAutoFit/>
          </a:bodyPr>
          <a:lstStyle/>
          <a:p>
            <a:r>
              <a:rPr lang="en-US" sz="7500" b="1" dirty="0">
                <a:latin typeface="Aptos Display" pitchFamily="2" charset="77"/>
                <a:cs typeface="Aptos Display" pitchFamily="2" charset="77"/>
              </a:rPr>
              <a:t>Demo</a:t>
            </a:r>
          </a:p>
        </p:txBody>
      </p:sp>
    </p:spTree>
    <p:extLst>
      <p:ext uri="{BB962C8B-B14F-4D97-AF65-F5344CB8AC3E}">
        <p14:creationId xmlns:p14="http://schemas.microsoft.com/office/powerpoint/2010/main" val="2534453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38E33C-068A-4597-D18E-4D2F734FCBBE}"/>
              </a:ext>
            </a:extLst>
          </p:cNvPr>
          <p:cNvSpPr txBox="1"/>
          <p:nvPr/>
        </p:nvSpPr>
        <p:spPr>
          <a:xfrm>
            <a:off x="635000" y="355600"/>
            <a:ext cx="10922000" cy="677108"/>
          </a:xfrm>
          <a:prstGeom prst="rect">
            <a:avLst/>
          </a:prstGeom>
          <a:noFill/>
        </p:spPr>
        <p:txBody>
          <a:bodyPr vert="horz" rtlCol="0">
            <a:spAutoFit/>
          </a:bodyPr>
          <a:lstStyle/>
          <a:p>
            <a:pPr algn="ctr"/>
            <a:r>
              <a:rPr lang="en-US" sz="3800" b="1" dirty="0"/>
              <a:t>GitHub Copilot Dev Days Sweepstake</a:t>
            </a:r>
          </a:p>
        </p:txBody>
      </p:sp>
      <p:sp>
        <p:nvSpPr>
          <p:cNvPr id="3" name="TextBox 2">
            <a:extLst>
              <a:ext uri="{FF2B5EF4-FFF2-40B4-BE49-F238E27FC236}">
                <a16:creationId xmlns:a16="http://schemas.microsoft.com/office/drawing/2014/main" id="{955C3C44-BC85-AFB4-60B3-347F66010AE5}"/>
              </a:ext>
            </a:extLst>
          </p:cNvPr>
          <p:cNvSpPr txBox="1"/>
          <p:nvPr/>
        </p:nvSpPr>
        <p:spPr>
          <a:xfrm>
            <a:off x="1035698" y="1211867"/>
            <a:ext cx="10021078" cy="1107996"/>
          </a:xfrm>
          <a:prstGeom prst="rect">
            <a:avLst/>
          </a:prstGeom>
          <a:noFill/>
        </p:spPr>
        <p:txBody>
          <a:bodyPr vert="horz" wrap="square" rtlCol="0">
            <a:spAutoFit/>
          </a:bodyPr>
          <a:lstStyle/>
          <a:p>
            <a:pPr algn="ctr"/>
            <a:r>
              <a:rPr lang="fr-FR" sz="2200" dirty="0"/>
              <a:t>Toutes les personnes ayant répondu au questionnaire participent automatiquement à notre tirage au sort pour gagner un abonnement d'un an à GitHub </a:t>
            </a:r>
            <a:r>
              <a:rPr lang="fr-FR" sz="2200" dirty="0" err="1"/>
              <a:t>Copilot</a:t>
            </a:r>
            <a:r>
              <a:rPr lang="fr-FR" sz="2200" dirty="0"/>
              <a:t> Pro+.</a:t>
            </a:r>
            <a:endParaRPr lang="en-US" sz="2200" dirty="0"/>
          </a:p>
        </p:txBody>
      </p:sp>
      <p:pic>
        <p:nvPicPr>
          <p:cNvPr id="5" name="Picture 4">
            <a:extLst>
              <a:ext uri="{FF2B5EF4-FFF2-40B4-BE49-F238E27FC236}">
                <a16:creationId xmlns:a16="http://schemas.microsoft.com/office/drawing/2014/main" id="{5EE6183A-2FA5-8407-1C12-7BCBF1AF60A5}"/>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4450080" y="2402779"/>
            <a:ext cx="3291840" cy="3291840"/>
          </a:xfrm>
          <a:prstGeom prst="rect">
            <a:avLst/>
          </a:prstGeom>
        </p:spPr>
      </p:pic>
      <p:sp>
        <p:nvSpPr>
          <p:cNvPr id="6" name="TextBox 5">
            <a:extLst>
              <a:ext uri="{FF2B5EF4-FFF2-40B4-BE49-F238E27FC236}">
                <a16:creationId xmlns:a16="http://schemas.microsoft.com/office/drawing/2014/main" id="{27B12961-7168-3649-E820-26BC690871A4}"/>
              </a:ext>
            </a:extLst>
          </p:cNvPr>
          <p:cNvSpPr txBox="1"/>
          <p:nvPr/>
        </p:nvSpPr>
        <p:spPr>
          <a:xfrm>
            <a:off x="889000" y="5943600"/>
            <a:ext cx="10414000" cy="369332"/>
          </a:xfrm>
          <a:prstGeom prst="rect">
            <a:avLst/>
          </a:prstGeom>
          <a:noFill/>
        </p:spPr>
        <p:txBody>
          <a:bodyPr vert="horz" rtlCol="0">
            <a:spAutoFit/>
          </a:bodyPr>
          <a:lstStyle/>
          <a:p>
            <a:pPr algn="ctr"/>
            <a:r>
              <a:rPr lang="en-US" u="sng">
                <a:hlinkClick r:id="rId3"/>
              </a:rPr>
              <a:t>https://aka.ms/githubcopilotdevdays/sweepstakes</a:t>
            </a:r>
            <a:endParaRPr lang="en-US" u="sng"/>
          </a:p>
        </p:txBody>
      </p:sp>
      <p:pic>
        <p:nvPicPr>
          <p:cNvPr id="4" name="Picture 3" descr="A blue and purple helmet with a yellow center&#10;&#10;AI-generated content may be incorrect.">
            <a:extLst>
              <a:ext uri="{FF2B5EF4-FFF2-40B4-BE49-F238E27FC236}">
                <a16:creationId xmlns:a16="http://schemas.microsoft.com/office/drawing/2014/main" id="{06CFF05D-4A1D-78B0-E362-CFBF6982775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20194762">
            <a:off x="1040885" y="2878486"/>
            <a:ext cx="2576311" cy="2576313"/>
          </a:xfrm>
          <a:prstGeom prst="rect">
            <a:avLst/>
          </a:prstGeom>
        </p:spPr>
      </p:pic>
    </p:spTree>
    <p:extLst>
      <p:ext uri="{BB962C8B-B14F-4D97-AF65-F5344CB8AC3E}">
        <p14:creationId xmlns:p14="http://schemas.microsoft.com/office/powerpoint/2010/main" val="200242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CC8FB-EDBE-47A3-2DA8-EE2795092B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5564B-54D5-0E60-25D4-3FED841A6F96}"/>
              </a:ext>
            </a:extLst>
          </p:cNvPr>
          <p:cNvSpPr>
            <a:spLocks noGrp="1"/>
          </p:cNvSpPr>
          <p:nvPr>
            <p:ph type="title" idx="4294967295"/>
          </p:nvPr>
        </p:nvSpPr>
        <p:spPr>
          <a:xfrm>
            <a:off x="0" y="-1325563"/>
            <a:ext cx="10515600" cy="1325563"/>
          </a:xfrm>
          <a:prstGeom prst="rect">
            <a:avLst/>
          </a:prstGeom>
        </p:spPr>
        <p:txBody>
          <a:bodyPr anchor="b"/>
          <a:lstStyle/>
          <a:p>
            <a:r>
              <a:rPr lang="en-US"/>
              <a:t>Thank you</a:t>
            </a:r>
          </a:p>
        </p:txBody>
      </p:sp>
    </p:spTree>
    <p:extLst>
      <p:ext uri="{BB962C8B-B14F-4D97-AF65-F5344CB8AC3E}">
        <p14:creationId xmlns:p14="http://schemas.microsoft.com/office/powerpoint/2010/main" val="322331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e 25">
  <a:themeElements>
    <a:clrScheme name="Universe 2025">
      <a:dk1>
        <a:srgbClr val="000000"/>
      </a:dk1>
      <a:lt1>
        <a:srgbClr val="FFFFFF"/>
      </a:lt1>
      <a:dk2>
        <a:srgbClr val="E4EBE5"/>
      </a:dk2>
      <a:lt2>
        <a:srgbClr val="232824"/>
      </a:lt2>
      <a:accent1>
        <a:srgbClr val="BEFFD0"/>
      </a:accent1>
      <a:accent2>
        <a:srgbClr val="8BF1A6"/>
      </a:accent2>
      <a:accent3>
        <a:srgbClr val="5EEC83"/>
      </a:accent3>
      <a:accent4>
        <a:srgbClr val="087827"/>
      </a:accent4>
      <a:accent5>
        <a:srgbClr val="DBFF95"/>
      </a:accent5>
      <a:accent6>
        <a:srgbClr val="D3FA36"/>
      </a:accent6>
      <a:hlink>
        <a:srgbClr val="EEF6FC"/>
      </a:hlink>
      <a:folHlink>
        <a:srgbClr val="56CC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verse 25" id="{EBCFF90B-FE23-4DF3-892D-7952A198CC3A}" vid="{44FF69D1-5BFF-4CF0-AEC7-1C55AA229D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170</TotalTime>
  <Words>2881</Words>
  <Application>Microsoft Office PowerPoint</Application>
  <PresentationFormat>Widescreen</PresentationFormat>
  <Paragraphs>335</Paragraphs>
  <Slides>14</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Aptos</vt:lpstr>
      <vt:lpstr>Aptos Display</vt:lpstr>
      <vt:lpstr>Arial</vt:lpstr>
      <vt:lpstr>Calibri</vt:lpstr>
      <vt:lpstr>Consolas</vt:lpstr>
      <vt:lpstr>Helvetica</vt:lpstr>
      <vt:lpstr>Segoe UI Semibold</vt:lpstr>
      <vt:lpstr>Segoe UI Variable Display Semibold</vt:lpstr>
      <vt:lpstr>Wingdings</vt:lpstr>
      <vt:lpstr>Universe 25</vt:lpstr>
      <vt:lpstr>GitHub Copilot  Dev Days</vt:lpstr>
      <vt:lpstr>GitHub Agentic Workflows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Adrien Clerbois</dc:creator>
  <cp:lastModifiedBy>Adrien Clerbois</cp:lastModifiedBy>
  <cp:revision>3</cp:revision>
  <dcterms:created xsi:type="dcterms:W3CDTF">2026-03-03T18:56:24Z</dcterms:created>
  <dcterms:modified xsi:type="dcterms:W3CDTF">2026-04-06T18:37:29Z</dcterms:modified>
</cp:coreProperties>
</file>